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  <p:sldMasterId id="2147483685" r:id="rId2"/>
    <p:sldMasterId id="2147483688" r:id="rId3"/>
  </p:sldMasterIdLst>
  <p:notesMasterIdLst>
    <p:notesMasterId r:id="rId40"/>
  </p:notesMasterIdLst>
  <p:handoutMasterIdLst>
    <p:handoutMasterId r:id="rId41"/>
  </p:handoutMasterIdLst>
  <p:sldIdLst>
    <p:sldId id="261" r:id="rId4"/>
    <p:sldId id="1383" r:id="rId5"/>
    <p:sldId id="1462" r:id="rId6"/>
    <p:sldId id="1463" r:id="rId7"/>
    <p:sldId id="1464" r:id="rId8"/>
    <p:sldId id="1725" r:id="rId9"/>
    <p:sldId id="1465" r:id="rId10"/>
    <p:sldId id="1466" r:id="rId11"/>
    <p:sldId id="1467" r:id="rId12"/>
    <p:sldId id="1726" r:id="rId13"/>
    <p:sldId id="1449" r:id="rId14"/>
    <p:sldId id="1448" r:id="rId15"/>
    <p:sldId id="1459" r:id="rId16"/>
    <p:sldId id="1460" r:id="rId17"/>
    <p:sldId id="1461" r:id="rId18"/>
    <p:sldId id="1475" r:id="rId19"/>
    <p:sldId id="1469" r:id="rId20"/>
    <p:sldId id="1471" r:id="rId21"/>
    <p:sldId id="1472" r:id="rId22"/>
    <p:sldId id="1473" r:id="rId23"/>
    <p:sldId id="1477" r:id="rId24"/>
    <p:sldId id="1478" r:id="rId25"/>
    <p:sldId id="1479" r:id="rId26"/>
    <p:sldId id="1480" r:id="rId27"/>
    <p:sldId id="1481" r:id="rId28"/>
    <p:sldId id="601" r:id="rId29"/>
    <p:sldId id="1721" r:id="rId30"/>
    <p:sldId id="1704" r:id="rId31"/>
    <p:sldId id="1705" r:id="rId32"/>
    <p:sldId id="1446" r:id="rId33"/>
    <p:sldId id="1447" r:id="rId34"/>
    <p:sldId id="1457" r:id="rId35"/>
    <p:sldId id="1458" r:id="rId36"/>
    <p:sldId id="1722" r:id="rId37"/>
    <p:sldId id="1723" r:id="rId38"/>
    <p:sldId id="1724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o, Callie" initials="HC" lastIdx="1" clrIdx="0">
    <p:extLst>
      <p:ext uri="{19B8F6BF-5375-455C-9EA6-DF929625EA0E}">
        <p15:presenceInfo xmlns:p15="http://schemas.microsoft.com/office/powerpoint/2012/main" userId="S::chao33@gatech.edu::c1d199f9-baa9-49f0-9dc5-86d4c8cc02c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FFFFFF"/>
    <a:srgbClr val="1F4E79"/>
    <a:srgbClr val="7F6000"/>
    <a:srgbClr val="003057"/>
    <a:srgbClr val="007AFF"/>
    <a:srgbClr val="FFB602"/>
    <a:srgbClr val="FFC000"/>
    <a:srgbClr val="BF9000"/>
    <a:srgbClr val="9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E2DE1B-A654-48AC-8373-06B39CEB981A}" v="39" dt="2026-02-12T13:00:06.814"/>
  </p1510:revLst>
</p1510:revInfo>
</file>

<file path=ppt/tableStyles.xml><?xml version="1.0" encoding="utf-8"?>
<a:tblStyleLst xmlns:a="http://schemas.openxmlformats.org/drawingml/2006/main" def="{5C22544A-7EE6-4342-B048-85BDC9FD1C3A}"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70" autoAdjust="0"/>
    <p:restoredTop sz="89542" autoAdjust="0"/>
  </p:normalViewPr>
  <p:slideViewPr>
    <p:cSldViewPr snapToGrid="0">
      <p:cViewPr varScale="1">
        <p:scale>
          <a:sx n="95" d="100"/>
          <a:sy n="95" d="100"/>
        </p:scale>
        <p:origin x="894" y="90"/>
      </p:cViewPr>
      <p:guideLst>
        <p:guide orient="horz" pos="2160"/>
        <p:guide pos="3840"/>
        <p:guide/>
      </p:guideLst>
    </p:cSldViewPr>
  </p:slideViewPr>
  <p:outlineViewPr>
    <p:cViewPr>
      <p:scale>
        <a:sx n="33" d="100"/>
        <a:sy n="33" d="100"/>
      </p:scale>
      <p:origin x="0" y="-2344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4104" y="1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commentAuthors" Target="commentAuthors.xml"/><Relationship Id="rId47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llie HAO" userId="3585240736_tp_dropbox_plus" providerId="OAuth2" clId="{B2AEB441-B91F-4678-B823-FC2211693155}"/>
    <pc:docChg chg="undo custSel addSld delSld modSld modMainMaster">
      <pc:chgData name="Callie HAO" userId="3585240736_tp_dropbox_plus" providerId="OAuth2" clId="{B2AEB441-B91F-4678-B823-FC2211693155}" dt="2026-02-12T13:00:06.814" v="421"/>
      <pc:docMkLst>
        <pc:docMk/>
      </pc:docMkLst>
      <pc:sldChg chg="add">
        <pc:chgData name="Callie HAO" userId="3585240736_tp_dropbox_plus" providerId="OAuth2" clId="{B2AEB441-B91F-4678-B823-FC2211693155}" dt="2026-02-12T13:00:06.814" v="421"/>
        <pc:sldMkLst>
          <pc:docMk/>
          <pc:sldMk cId="887878522" sldId="1448"/>
        </pc:sldMkLst>
      </pc:sldChg>
      <pc:sldChg chg="del">
        <pc:chgData name="Callie HAO" userId="3585240736_tp_dropbox_plus" providerId="OAuth2" clId="{B2AEB441-B91F-4678-B823-FC2211693155}" dt="2026-02-12T13:00:02.646" v="420" actId="2696"/>
        <pc:sldMkLst>
          <pc:docMk/>
          <pc:sldMk cId="3860258307" sldId="1448"/>
        </pc:sldMkLst>
      </pc:sldChg>
      <pc:sldChg chg="del">
        <pc:chgData name="Callie HAO" userId="3585240736_tp_dropbox_plus" providerId="OAuth2" clId="{B2AEB441-B91F-4678-B823-FC2211693155}" dt="2026-02-12T13:00:02.646" v="420" actId="2696"/>
        <pc:sldMkLst>
          <pc:docMk/>
          <pc:sldMk cId="2445474137" sldId="1459"/>
        </pc:sldMkLst>
      </pc:sldChg>
      <pc:sldChg chg="add">
        <pc:chgData name="Callie HAO" userId="3585240736_tp_dropbox_plus" providerId="OAuth2" clId="{B2AEB441-B91F-4678-B823-FC2211693155}" dt="2026-02-12T13:00:06.814" v="421"/>
        <pc:sldMkLst>
          <pc:docMk/>
          <pc:sldMk cId="2901737921" sldId="1459"/>
        </pc:sldMkLst>
      </pc:sldChg>
      <pc:sldChg chg="add">
        <pc:chgData name="Callie HAO" userId="3585240736_tp_dropbox_plus" providerId="OAuth2" clId="{B2AEB441-B91F-4678-B823-FC2211693155}" dt="2026-02-12T13:00:06.814" v="421"/>
        <pc:sldMkLst>
          <pc:docMk/>
          <pc:sldMk cId="1951692447" sldId="1460"/>
        </pc:sldMkLst>
      </pc:sldChg>
      <pc:sldChg chg="del">
        <pc:chgData name="Callie HAO" userId="3585240736_tp_dropbox_plus" providerId="OAuth2" clId="{B2AEB441-B91F-4678-B823-FC2211693155}" dt="2026-02-12T13:00:02.646" v="420" actId="2696"/>
        <pc:sldMkLst>
          <pc:docMk/>
          <pc:sldMk cId="3413777634" sldId="1460"/>
        </pc:sldMkLst>
      </pc:sldChg>
      <pc:sldChg chg="del">
        <pc:chgData name="Callie HAO" userId="3585240736_tp_dropbox_plus" providerId="OAuth2" clId="{B2AEB441-B91F-4678-B823-FC2211693155}" dt="2026-02-12T13:00:02.646" v="420" actId="2696"/>
        <pc:sldMkLst>
          <pc:docMk/>
          <pc:sldMk cId="953022942" sldId="1461"/>
        </pc:sldMkLst>
      </pc:sldChg>
      <pc:sldChg chg="add">
        <pc:chgData name="Callie HAO" userId="3585240736_tp_dropbox_plus" providerId="OAuth2" clId="{B2AEB441-B91F-4678-B823-FC2211693155}" dt="2026-02-12T13:00:06.814" v="421"/>
        <pc:sldMkLst>
          <pc:docMk/>
          <pc:sldMk cId="1872768406" sldId="1461"/>
        </pc:sldMkLst>
      </pc:sldChg>
      <pc:sldChg chg="modSp mod">
        <pc:chgData name="Callie HAO" userId="3585240736_tp_dropbox_plus" providerId="OAuth2" clId="{B2AEB441-B91F-4678-B823-FC2211693155}" dt="2026-02-12T12:52:36.077" v="236" actId="20577"/>
        <pc:sldMkLst>
          <pc:docMk/>
          <pc:sldMk cId="550074596" sldId="1463"/>
        </pc:sldMkLst>
        <pc:spChg chg="mod">
          <ac:chgData name="Callie HAO" userId="3585240736_tp_dropbox_plus" providerId="OAuth2" clId="{B2AEB441-B91F-4678-B823-FC2211693155}" dt="2026-02-12T12:43:51.706" v="32" actId="14100"/>
          <ac:spMkLst>
            <pc:docMk/>
            <pc:sldMk cId="550074596" sldId="1463"/>
            <ac:spMk id="6" creationId="{F00D0012-3842-2C6A-3CFC-5F61B146BEE5}"/>
          </ac:spMkLst>
        </pc:spChg>
        <pc:spChg chg="mod">
          <ac:chgData name="Callie HAO" userId="3585240736_tp_dropbox_plus" providerId="OAuth2" clId="{B2AEB441-B91F-4678-B823-FC2211693155}" dt="2026-02-12T12:52:36.077" v="236" actId="20577"/>
          <ac:spMkLst>
            <pc:docMk/>
            <pc:sldMk cId="550074596" sldId="1463"/>
            <ac:spMk id="38" creationId="{3F3254B1-1CC8-ECB5-2F37-8C574EA454B0}"/>
          </ac:spMkLst>
        </pc:spChg>
        <pc:spChg chg="mod">
          <ac:chgData name="Callie HAO" userId="3585240736_tp_dropbox_plus" providerId="OAuth2" clId="{B2AEB441-B91F-4678-B823-FC2211693155}" dt="2026-02-12T12:43:41.047" v="14" actId="20577"/>
          <ac:spMkLst>
            <pc:docMk/>
            <pc:sldMk cId="550074596" sldId="1463"/>
            <ac:spMk id="39" creationId="{88A59F09-04C2-15FD-6FFE-DF9D8F4F8FC3}"/>
          </ac:spMkLst>
        </pc:spChg>
        <pc:spChg chg="mod">
          <ac:chgData name="Callie HAO" userId="3585240736_tp_dropbox_plus" providerId="OAuth2" clId="{B2AEB441-B91F-4678-B823-FC2211693155}" dt="2026-02-12T12:43:45.313" v="24" actId="20577"/>
          <ac:spMkLst>
            <pc:docMk/>
            <pc:sldMk cId="550074596" sldId="1463"/>
            <ac:spMk id="40" creationId="{6553BA6B-B0DF-71F4-D33F-7C68C67BAA80}"/>
          </ac:spMkLst>
        </pc:spChg>
      </pc:sldChg>
      <pc:sldChg chg="addSp delSp modSp mod delAnim modAnim">
        <pc:chgData name="Callie HAO" userId="3585240736_tp_dropbox_plus" providerId="OAuth2" clId="{B2AEB441-B91F-4678-B823-FC2211693155}" dt="2026-02-12T12:46:33.360" v="102" actId="478"/>
        <pc:sldMkLst>
          <pc:docMk/>
          <pc:sldMk cId="3027032810" sldId="1464"/>
        </pc:sldMkLst>
        <pc:spChg chg="add del mod">
          <ac:chgData name="Callie HAO" userId="3585240736_tp_dropbox_plus" providerId="OAuth2" clId="{B2AEB441-B91F-4678-B823-FC2211693155}" dt="2026-02-12T12:45:33.010" v="63" actId="478"/>
          <ac:spMkLst>
            <pc:docMk/>
            <pc:sldMk cId="3027032810" sldId="1464"/>
            <ac:spMk id="6" creationId="{293CB10E-FAC4-F9F9-E587-BB1FC6F0088A}"/>
          </ac:spMkLst>
        </pc:spChg>
        <pc:spChg chg="add del mod">
          <ac:chgData name="Callie HAO" userId="3585240736_tp_dropbox_plus" providerId="OAuth2" clId="{B2AEB441-B91F-4678-B823-FC2211693155}" dt="2026-02-12T12:45:33.010" v="63" actId="478"/>
          <ac:spMkLst>
            <pc:docMk/>
            <pc:sldMk cId="3027032810" sldId="1464"/>
            <ac:spMk id="7" creationId="{8DFEDBBF-211E-3C3F-EC9F-C311F6BE15B1}"/>
          </ac:spMkLst>
        </pc:spChg>
        <pc:spChg chg="add del mod">
          <ac:chgData name="Callie HAO" userId="3585240736_tp_dropbox_plus" providerId="OAuth2" clId="{B2AEB441-B91F-4678-B823-FC2211693155}" dt="2026-02-12T12:45:33.010" v="63" actId="478"/>
          <ac:spMkLst>
            <pc:docMk/>
            <pc:sldMk cId="3027032810" sldId="1464"/>
            <ac:spMk id="8" creationId="{5827A76F-6769-D99D-BAE0-7DEEDBE01A34}"/>
          </ac:spMkLst>
        </pc:spChg>
        <pc:spChg chg="del mod">
          <ac:chgData name="Callie HAO" userId="3585240736_tp_dropbox_plus" providerId="OAuth2" clId="{B2AEB441-B91F-4678-B823-FC2211693155}" dt="2026-02-12T12:46:33.360" v="102" actId="478"/>
          <ac:spMkLst>
            <pc:docMk/>
            <pc:sldMk cId="3027032810" sldId="1464"/>
            <ac:spMk id="61" creationId="{9AE3F56A-865C-F9CF-24E4-A41FD30D4F0F}"/>
          </ac:spMkLst>
        </pc:spChg>
      </pc:sldChg>
      <pc:sldChg chg="addSp delSp modSp mod">
        <pc:chgData name="Callie HAO" userId="3585240736_tp_dropbox_plus" providerId="OAuth2" clId="{B2AEB441-B91F-4678-B823-FC2211693155}" dt="2026-02-12T12:47:33.842" v="136" actId="1076"/>
        <pc:sldMkLst>
          <pc:docMk/>
          <pc:sldMk cId="3446412188" sldId="1465"/>
        </pc:sldMkLst>
        <pc:spChg chg="mod">
          <ac:chgData name="Callie HAO" userId="3585240736_tp_dropbox_plus" providerId="OAuth2" clId="{B2AEB441-B91F-4678-B823-FC2211693155}" dt="2026-02-12T12:46:49.708" v="116" actId="20577"/>
          <ac:spMkLst>
            <pc:docMk/>
            <pc:sldMk cId="3446412188" sldId="1465"/>
            <ac:spMk id="4" creationId="{2D2CF3D8-8D37-56FD-5560-7F197B6A24CB}"/>
          </ac:spMkLst>
        </pc:spChg>
        <pc:spChg chg="mod">
          <ac:chgData name="Callie HAO" userId="3585240736_tp_dropbox_plus" providerId="OAuth2" clId="{B2AEB441-B91F-4678-B823-FC2211693155}" dt="2026-02-12T12:47:00.129" v="126" actId="1076"/>
          <ac:spMkLst>
            <pc:docMk/>
            <pc:sldMk cId="3446412188" sldId="1465"/>
            <ac:spMk id="6" creationId="{74583619-79D8-9454-7E66-1EA01FB137BE}"/>
          </ac:spMkLst>
        </pc:spChg>
        <pc:spChg chg="add mod">
          <ac:chgData name="Callie HAO" userId="3585240736_tp_dropbox_plus" providerId="OAuth2" clId="{B2AEB441-B91F-4678-B823-FC2211693155}" dt="2026-02-12T12:47:07.716" v="128" actId="1076"/>
          <ac:spMkLst>
            <pc:docMk/>
            <pc:sldMk cId="3446412188" sldId="1465"/>
            <ac:spMk id="7" creationId="{ED15A276-167D-1680-EA31-F79472176816}"/>
          </ac:spMkLst>
        </pc:spChg>
        <pc:spChg chg="add mod">
          <ac:chgData name="Callie HAO" userId="3585240736_tp_dropbox_plus" providerId="OAuth2" clId="{B2AEB441-B91F-4678-B823-FC2211693155}" dt="2026-02-12T12:47:09.449" v="129" actId="1076"/>
          <ac:spMkLst>
            <pc:docMk/>
            <pc:sldMk cId="3446412188" sldId="1465"/>
            <ac:spMk id="8" creationId="{BEC83F1D-3558-6CC5-239D-BFA394256913}"/>
          </ac:spMkLst>
        </pc:spChg>
        <pc:spChg chg="add mod">
          <ac:chgData name="Callie HAO" userId="3585240736_tp_dropbox_plus" providerId="OAuth2" clId="{B2AEB441-B91F-4678-B823-FC2211693155}" dt="2026-02-12T12:47:17.561" v="131" actId="1076"/>
          <ac:spMkLst>
            <pc:docMk/>
            <pc:sldMk cId="3446412188" sldId="1465"/>
            <ac:spMk id="9" creationId="{EACE3CAD-EC14-9C86-576C-D3FAEF20DF96}"/>
          </ac:spMkLst>
        </pc:spChg>
        <pc:spChg chg="add mod">
          <ac:chgData name="Callie HAO" userId="3585240736_tp_dropbox_plus" providerId="OAuth2" clId="{B2AEB441-B91F-4678-B823-FC2211693155}" dt="2026-02-12T12:47:33.842" v="136" actId="1076"/>
          <ac:spMkLst>
            <pc:docMk/>
            <pc:sldMk cId="3446412188" sldId="1465"/>
            <ac:spMk id="10" creationId="{962BA15A-3028-55B1-7849-513430DABD77}"/>
          </ac:spMkLst>
        </pc:spChg>
        <pc:spChg chg="del">
          <ac:chgData name="Callie HAO" userId="3585240736_tp_dropbox_plus" providerId="OAuth2" clId="{B2AEB441-B91F-4678-B823-FC2211693155}" dt="2026-02-12T12:46:57.169" v="122" actId="478"/>
          <ac:spMkLst>
            <pc:docMk/>
            <pc:sldMk cId="3446412188" sldId="1465"/>
            <ac:spMk id="53" creationId="{14DC5D45-79BC-AF1A-B71D-1C27E03E55EE}"/>
          </ac:spMkLst>
        </pc:spChg>
        <pc:spChg chg="del">
          <ac:chgData name="Callie HAO" userId="3585240736_tp_dropbox_plus" providerId="OAuth2" clId="{B2AEB441-B91F-4678-B823-FC2211693155}" dt="2026-02-12T12:46:57.591" v="123" actId="478"/>
          <ac:spMkLst>
            <pc:docMk/>
            <pc:sldMk cId="3446412188" sldId="1465"/>
            <ac:spMk id="54" creationId="{6056982A-47B7-3A38-F09A-3D3B1FCD5D15}"/>
          </ac:spMkLst>
        </pc:spChg>
        <pc:spChg chg="del">
          <ac:chgData name="Callie HAO" userId="3585240736_tp_dropbox_plus" providerId="OAuth2" clId="{B2AEB441-B91F-4678-B823-FC2211693155}" dt="2026-02-12T12:46:58.102" v="124" actId="478"/>
          <ac:spMkLst>
            <pc:docMk/>
            <pc:sldMk cId="3446412188" sldId="1465"/>
            <ac:spMk id="55" creationId="{5D120A9D-E71A-EA13-D939-E281EE88FBB8}"/>
          </ac:spMkLst>
        </pc:spChg>
      </pc:sldChg>
      <pc:sldChg chg="delSp modSp mod">
        <pc:chgData name="Callie HAO" userId="3585240736_tp_dropbox_plus" providerId="OAuth2" clId="{B2AEB441-B91F-4678-B823-FC2211693155}" dt="2026-02-12T12:47:55.443" v="150" actId="20577"/>
        <pc:sldMkLst>
          <pc:docMk/>
          <pc:sldMk cId="2337426380" sldId="1466"/>
        </pc:sldMkLst>
        <pc:spChg chg="del">
          <ac:chgData name="Callie HAO" userId="3585240736_tp_dropbox_plus" providerId="OAuth2" clId="{B2AEB441-B91F-4678-B823-FC2211693155}" dt="2026-02-12T12:47:41.666" v="137" actId="478"/>
          <ac:spMkLst>
            <pc:docMk/>
            <pc:sldMk cId="2337426380" sldId="1466"/>
            <ac:spMk id="2" creationId="{13808507-8742-1486-4F45-633E43D09E76}"/>
          </ac:spMkLst>
        </pc:spChg>
        <pc:spChg chg="mod">
          <ac:chgData name="Callie HAO" userId="3585240736_tp_dropbox_plus" providerId="OAuth2" clId="{B2AEB441-B91F-4678-B823-FC2211693155}" dt="2026-02-12T12:47:55.443" v="150" actId="20577"/>
          <ac:spMkLst>
            <pc:docMk/>
            <pc:sldMk cId="2337426380" sldId="1466"/>
            <ac:spMk id="4" creationId="{916047FB-736D-BCF2-4C8D-17D02501E7C3}"/>
          </ac:spMkLst>
        </pc:spChg>
        <pc:spChg chg="del">
          <ac:chgData name="Callie HAO" userId="3585240736_tp_dropbox_plus" providerId="OAuth2" clId="{B2AEB441-B91F-4678-B823-FC2211693155}" dt="2026-02-12T12:47:41.666" v="137" actId="478"/>
          <ac:spMkLst>
            <pc:docMk/>
            <pc:sldMk cId="2337426380" sldId="1466"/>
            <ac:spMk id="5" creationId="{1F553977-6BC5-3B58-4EEF-6D569D5B5CFF}"/>
          </ac:spMkLst>
        </pc:spChg>
        <pc:spChg chg="mod">
          <ac:chgData name="Callie HAO" userId="3585240736_tp_dropbox_plus" providerId="OAuth2" clId="{B2AEB441-B91F-4678-B823-FC2211693155}" dt="2026-02-12T12:47:45.355" v="138" actId="14100"/>
          <ac:spMkLst>
            <pc:docMk/>
            <pc:sldMk cId="2337426380" sldId="1466"/>
            <ac:spMk id="7" creationId="{CA6D642D-5CF4-85D1-A1D4-DCE30CBBEE8F}"/>
          </ac:spMkLst>
        </pc:spChg>
        <pc:spChg chg="del">
          <ac:chgData name="Callie HAO" userId="3585240736_tp_dropbox_plus" providerId="OAuth2" clId="{B2AEB441-B91F-4678-B823-FC2211693155}" dt="2026-02-12T12:47:41.666" v="137" actId="478"/>
          <ac:spMkLst>
            <pc:docMk/>
            <pc:sldMk cId="2337426380" sldId="1466"/>
            <ac:spMk id="8" creationId="{0EB5F635-FB9F-D618-B57A-C99B41B05FB8}"/>
          </ac:spMkLst>
        </pc:spChg>
        <pc:spChg chg="del">
          <ac:chgData name="Callie HAO" userId="3585240736_tp_dropbox_plus" providerId="OAuth2" clId="{B2AEB441-B91F-4678-B823-FC2211693155}" dt="2026-02-12T12:47:41.666" v="137" actId="478"/>
          <ac:spMkLst>
            <pc:docMk/>
            <pc:sldMk cId="2337426380" sldId="1466"/>
            <ac:spMk id="9" creationId="{0CAEC8A9-5D67-2310-C3A0-E7740E5B8F9E}"/>
          </ac:spMkLst>
        </pc:spChg>
        <pc:spChg chg="del">
          <ac:chgData name="Callie HAO" userId="3585240736_tp_dropbox_plus" providerId="OAuth2" clId="{B2AEB441-B91F-4678-B823-FC2211693155}" dt="2026-02-12T12:47:41.666" v="137" actId="478"/>
          <ac:spMkLst>
            <pc:docMk/>
            <pc:sldMk cId="2337426380" sldId="1466"/>
            <ac:spMk id="10" creationId="{64C10AAF-84AF-58EC-85EA-19353E516DE7}"/>
          </ac:spMkLst>
        </pc:spChg>
        <pc:spChg chg="del">
          <ac:chgData name="Callie HAO" userId="3585240736_tp_dropbox_plus" providerId="OAuth2" clId="{B2AEB441-B91F-4678-B823-FC2211693155}" dt="2026-02-12T12:47:41.666" v="137" actId="478"/>
          <ac:spMkLst>
            <pc:docMk/>
            <pc:sldMk cId="2337426380" sldId="1466"/>
            <ac:spMk id="11" creationId="{0274798B-ED53-C790-C738-DB4B23E75106}"/>
          </ac:spMkLst>
        </pc:spChg>
        <pc:spChg chg="del">
          <ac:chgData name="Callie HAO" userId="3585240736_tp_dropbox_plus" providerId="OAuth2" clId="{B2AEB441-B91F-4678-B823-FC2211693155}" dt="2026-02-12T12:47:41.666" v="137" actId="478"/>
          <ac:spMkLst>
            <pc:docMk/>
            <pc:sldMk cId="2337426380" sldId="1466"/>
            <ac:spMk id="12" creationId="{1D760B57-2EF6-54C7-6F53-03033A3004CB}"/>
          </ac:spMkLst>
        </pc:spChg>
        <pc:spChg chg="del">
          <ac:chgData name="Callie HAO" userId="3585240736_tp_dropbox_plus" providerId="OAuth2" clId="{B2AEB441-B91F-4678-B823-FC2211693155}" dt="2026-02-12T12:47:41.666" v="137" actId="478"/>
          <ac:spMkLst>
            <pc:docMk/>
            <pc:sldMk cId="2337426380" sldId="1466"/>
            <ac:spMk id="16" creationId="{36AD821F-87E0-2736-5D79-8FF8EAFF4715}"/>
          </ac:spMkLst>
        </pc:spChg>
        <pc:spChg chg="del">
          <ac:chgData name="Callie HAO" userId="3585240736_tp_dropbox_plus" providerId="OAuth2" clId="{B2AEB441-B91F-4678-B823-FC2211693155}" dt="2026-02-12T12:47:41.666" v="137" actId="478"/>
          <ac:spMkLst>
            <pc:docMk/>
            <pc:sldMk cId="2337426380" sldId="1466"/>
            <ac:spMk id="53" creationId="{C7471729-91DF-E5B9-1F0D-CBD777A93868}"/>
          </ac:spMkLst>
        </pc:spChg>
        <pc:spChg chg="del">
          <ac:chgData name="Callie HAO" userId="3585240736_tp_dropbox_plus" providerId="OAuth2" clId="{B2AEB441-B91F-4678-B823-FC2211693155}" dt="2026-02-12T12:47:41.666" v="137" actId="478"/>
          <ac:spMkLst>
            <pc:docMk/>
            <pc:sldMk cId="2337426380" sldId="1466"/>
            <ac:spMk id="55" creationId="{76904B12-E46D-ED4E-9082-8C25386ED954}"/>
          </ac:spMkLst>
        </pc:spChg>
      </pc:sldChg>
      <pc:sldChg chg="addSp delSp modSp mod">
        <pc:chgData name="Callie HAO" userId="3585240736_tp_dropbox_plus" providerId="OAuth2" clId="{B2AEB441-B91F-4678-B823-FC2211693155}" dt="2026-02-12T12:50:02.570" v="169" actId="1076"/>
        <pc:sldMkLst>
          <pc:docMk/>
          <pc:sldMk cId="2851311606" sldId="1467"/>
        </pc:sldMkLst>
        <pc:spChg chg="mod">
          <ac:chgData name="Callie HAO" userId="3585240736_tp_dropbox_plus" providerId="OAuth2" clId="{B2AEB441-B91F-4678-B823-FC2211693155}" dt="2026-02-12T12:48:04.441" v="162" actId="20577"/>
          <ac:spMkLst>
            <pc:docMk/>
            <pc:sldMk cId="2851311606" sldId="1467"/>
            <ac:spMk id="4" creationId="{4181ED01-F3E7-10B6-50F1-03A4EF43DEE9}"/>
          </ac:spMkLst>
        </pc:spChg>
        <pc:spChg chg="mod">
          <ac:chgData name="Callie HAO" userId="3585240736_tp_dropbox_plus" providerId="OAuth2" clId="{B2AEB441-B91F-4678-B823-FC2211693155}" dt="2026-02-12T12:50:02.570" v="169" actId="1076"/>
          <ac:spMkLst>
            <pc:docMk/>
            <pc:sldMk cId="2851311606" sldId="1467"/>
            <ac:spMk id="13" creationId="{5F4045E6-C231-CAC2-EC17-B576B1AE1E8E}"/>
          </ac:spMkLst>
        </pc:spChg>
        <pc:spChg chg="mod">
          <ac:chgData name="Callie HAO" userId="3585240736_tp_dropbox_plus" providerId="OAuth2" clId="{B2AEB441-B91F-4678-B823-FC2211693155}" dt="2026-02-12T12:50:02.570" v="169" actId="1076"/>
          <ac:spMkLst>
            <pc:docMk/>
            <pc:sldMk cId="2851311606" sldId="1467"/>
            <ac:spMk id="14" creationId="{D836D6EB-62DD-231D-5D3F-57EF6B9A0112}"/>
          </ac:spMkLst>
        </pc:spChg>
        <pc:spChg chg="mod">
          <ac:chgData name="Callie HAO" userId="3585240736_tp_dropbox_plus" providerId="OAuth2" clId="{B2AEB441-B91F-4678-B823-FC2211693155}" dt="2026-02-12T12:50:02.570" v="169" actId="1076"/>
          <ac:spMkLst>
            <pc:docMk/>
            <pc:sldMk cId="2851311606" sldId="1467"/>
            <ac:spMk id="15" creationId="{4A587869-61ED-9A0C-9EAA-C2DF7E5C9C2E}"/>
          </ac:spMkLst>
        </pc:spChg>
        <pc:spChg chg="mod">
          <ac:chgData name="Callie HAO" userId="3585240736_tp_dropbox_plus" providerId="OAuth2" clId="{B2AEB441-B91F-4678-B823-FC2211693155}" dt="2026-02-12T12:50:02.570" v="169" actId="1076"/>
          <ac:spMkLst>
            <pc:docMk/>
            <pc:sldMk cId="2851311606" sldId="1467"/>
            <ac:spMk id="17" creationId="{16F54D44-59A1-DAB3-013D-6934D2A082AD}"/>
          </ac:spMkLst>
        </pc:spChg>
        <pc:spChg chg="mod">
          <ac:chgData name="Callie HAO" userId="3585240736_tp_dropbox_plus" providerId="OAuth2" clId="{B2AEB441-B91F-4678-B823-FC2211693155}" dt="2026-02-12T12:50:02.570" v="169" actId="1076"/>
          <ac:spMkLst>
            <pc:docMk/>
            <pc:sldMk cId="2851311606" sldId="1467"/>
            <ac:spMk id="19" creationId="{1A99AE96-1511-1651-7237-5E3B44D1AB4C}"/>
          </ac:spMkLst>
        </pc:spChg>
        <pc:spChg chg="mod">
          <ac:chgData name="Callie HAO" userId="3585240736_tp_dropbox_plus" providerId="OAuth2" clId="{B2AEB441-B91F-4678-B823-FC2211693155}" dt="2026-02-12T12:50:02.570" v="169" actId="1076"/>
          <ac:spMkLst>
            <pc:docMk/>
            <pc:sldMk cId="2851311606" sldId="1467"/>
            <ac:spMk id="20" creationId="{0FD7962D-4DCE-68C5-1D45-C207D2114961}"/>
          </ac:spMkLst>
        </pc:spChg>
        <pc:spChg chg="mod">
          <ac:chgData name="Callie HAO" userId="3585240736_tp_dropbox_plus" providerId="OAuth2" clId="{B2AEB441-B91F-4678-B823-FC2211693155}" dt="2026-02-12T12:50:02.570" v="169" actId="1076"/>
          <ac:spMkLst>
            <pc:docMk/>
            <pc:sldMk cId="2851311606" sldId="1467"/>
            <ac:spMk id="25" creationId="{FE2ED735-D148-CBC9-C254-0392A2091439}"/>
          </ac:spMkLst>
        </pc:spChg>
        <pc:spChg chg="mod">
          <ac:chgData name="Callie HAO" userId="3585240736_tp_dropbox_plus" providerId="OAuth2" clId="{B2AEB441-B91F-4678-B823-FC2211693155}" dt="2026-02-12T12:49:46.795" v="164" actId="1076"/>
          <ac:spMkLst>
            <pc:docMk/>
            <pc:sldMk cId="2851311606" sldId="1467"/>
            <ac:spMk id="29" creationId="{7447D05F-8BE2-FD5E-B2BC-4B9491CC2056}"/>
          </ac:spMkLst>
        </pc:spChg>
        <pc:spChg chg="mod">
          <ac:chgData name="Callie HAO" userId="3585240736_tp_dropbox_plus" providerId="OAuth2" clId="{B2AEB441-B91F-4678-B823-FC2211693155}" dt="2026-02-12T12:50:02.570" v="169" actId="1076"/>
          <ac:spMkLst>
            <pc:docMk/>
            <pc:sldMk cId="2851311606" sldId="1467"/>
            <ac:spMk id="31" creationId="{992EF925-DD34-59FF-E365-2D0052BCC1A3}"/>
          </ac:spMkLst>
        </pc:spChg>
        <pc:spChg chg="add mod">
          <ac:chgData name="Callie HAO" userId="3585240736_tp_dropbox_plus" providerId="OAuth2" clId="{B2AEB441-B91F-4678-B823-FC2211693155}" dt="2026-02-12T12:50:02.570" v="169" actId="1076"/>
          <ac:spMkLst>
            <pc:docMk/>
            <pc:sldMk cId="2851311606" sldId="1467"/>
            <ac:spMk id="34" creationId="{72E1A8E8-9DBE-5C0F-CA01-EA42BE2A732D}"/>
          </ac:spMkLst>
        </pc:spChg>
        <pc:spChg chg="del">
          <ac:chgData name="Callie HAO" userId="3585240736_tp_dropbox_plus" providerId="OAuth2" clId="{B2AEB441-B91F-4678-B823-FC2211693155}" dt="2026-02-12T12:49:41.737" v="163" actId="478"/>
          <ac:spMkLst>
            <pc:docMk/>
            <pc:sldMk cId="2851311606" sldId="1467"/>
            <ac:spMk id="35" creationId="{5D7BA7FA-C164-3FF5-F3A5-80A89CEB6D4E}"/>
          </ac:spMkLst>
        </pc:spChg>
        <pc:spChg chg="del">
          <ac:chgData name="Callie HAO" userId="3585240736_tp_dropbox_plus" providerId="OAuth2" clId="{B2AEB441-B91F-4678-B823-FC2211693155}" dt="2026-02-12T12:49:41.737" v="163" actId="478"/>
          <ac:spMkLst>
            <pc:docMk/>
            <pc:sldMk cId="2851311606" sldId="1467"/>
            <ac:spMk id="38" creationId="{1B86DBBD-4BB8-B721-D0EF-01144676EDE8}"/>
          </ac:spMkLst>
        </pc:spChg>
        <pc:spChg chg="del">
          <ac:chgData name="Callie HAO" userId="3585240736_tp_dropbox_plus" providerId="OAuth2" clId="{B2AEB441-B91F-4678-B823-FC2211693155}" dt="2026-02-12T12:49:41.737" v="163" actId="478"/>
          <ac:spMkLst>
            <pc:docMk/>
            <pc:sldMk cId="2851311606" sldId="1467"/>
            <ac:spMk id="40" creationId="{B06506DC-8352-C808-BB21-E44BD22AEDED}"/>
          </ac:spMkLst>
        </pc:spChg>
        <pc:spChg chg="mod">
          <ac:chgData name="Callie HAO" userId="3585240736_tp_dropbox_plus" providerId="OAuth2" clId="{B2AEB441-B91F-4678-B823-FC2211693155}" dt="2026-02-12T12:50:02.570" v="169" actId="1076"/>
          <ac:spMkLst>
            <pc:docMk/>
            <pc:sldMk cId="2851311606" sldId="1467"/>
            <ac:spMk id="45" creationId="{49273557-A850-144A-6CCA-DC63F667BC6E}"/>
          </ac:spMkLst>
        </pc:spChg>
        <pc:picChg chg="del">
          <ac:chgData name="Callie HAO" userId="3585240736_tp_dropbox_plus" providerId="OAuth2" clId="{B2AEB441-B91F-4678-B823-FC2211693155}" dt="2026-02-12T12:49:41.737" v="163" actId="478"/>
          <ac:picMkLst>
            <pc:docMk/>
            <pc:sldMk cId="2851311606" sldId="1467"/>
            <ac:picMk id="48" creationId="{25A6B9AF-EFFE-1B9B-CCFA-219973F8514A}"/>
          </ac:picMkLst>
        </pc:picChg>
      </pc:sldChg>
      <pc:sldChg chg="modSp">
        <pc:chgData name="Callie HAO" userId="3585240736_tp_dropbox_plus" providerId="OAuth2" clId="{B2AEB441-B91F-4678-B823-FC2211693155}" dt="2026-02-12T12:55:31.480" v="287"/>
        <pc:sldMkLst>
          <pc:docMk/>
          <pc:sldMk cId="3308035450" sldId="1469"/>
        </pc:sldMkLst>
        <pc:spChg chg="mod">
          <ac:chgData name="Callie HAO" userId="3585240736_tp_dropbox_plus" providerId="OAuth2" clId="{B2AEB441-B91F-4678-B823-FC2211693155}" dt="2026-02-12T12:55:31.480" v="287"/>
          <ac:spMkLst>
            <pc:docMk/>
            <pc:sldMk cId="3308035450" sldId="1469"/>
            <ac:spMk id="4" creationId="{7E5D9432-9459-F1D2-22BF-6961D395F62E}"/>
          </ac:spMkLst>
        </pc:spChg>
      </pc:sldChg>
      <pc:sldChg chg="modSp">
        <pc:chgData name="Callie HAO" userId="3585240736_tp_dropbox_plus" providerId="OAuth2" clId="{B2AEB441-B91F-4678-B823-FC2211693155}" dt="2026-02-12T12:55:36.907" v="288"/>
        <pc:sldMkLst>
          <pc:docMk/>
          <pc:sldMk cId="585122293" sldId="1471"/>
        </pc:sldMkLst>
        <pc:spChg chg="mod">
          <ac:chgData name="Callie HAO" userId="3585240736_tp_dropbox_plus" providerId="OAuth2" clId="{B2AEB441-B91F-4678-B823-FC2211693155}" dt="2026-02-12T12:55:36.907" v="288"/>
          <ac:spMkLst>
            <pc:docMk/>
            <pc:sldMk cId="585122293" sldId="1471"/>
            <ac:spMk id="4" creationId="{37402FB4-0863-2927-5895-EA2C4F83AC96}"/>
          </ac:spMkLst>
        </pc:spChg>
      </pc:sldChg>
      <pc:sldChg chg="modSp mod">
        <pc:chgData name="Callie HAO" userId="3585240736_tp_dropbox_plus" providerId="OAuth2" clId="{B2AEB441-B91F-4678-B823-FC2211693155}" dt="2026-02-12T12:55:46.552" v="293" actId="20577"/>
        <pc:sldMkLst>
          <pc:docMk/>
          <pc:sldMk cId="2837521046" sldId="1472"/>
        </pc:sldMkLst>
        <pc:spChg chg="mod">
          <ac:chgData name="Callie HAO" userId="3585240736_tp_dropbox_plus" providerId="OAuth2" clId="{B2AEB441-B91F-4678-B823-FC2211693155}" dt="2026-02-12T12:55:46.552" v="293" actId="20577"/>
          <ac:spMkLst>
            <pc:docMk/>
            <pc:sldMk cId="2837521046" sldId="1472"/>
            <ac:spMk id="4" creationId="{7E80BC66-05BA-C0EB-17DE-66ABD14346B7}"/>
          </ac:spMkLst>
        </pc:spChg>
      </pc:sldChg>
      <pc:sldChg chg="addSp modSp mod modAnim">
        <pc:chgData name="Callie HAO" userId="3585240736_tp_dropbox_plus" providerId="OAuth2" clId="{B2AEB441-B91F-4678-B823-FC2211693155}" dt="2026-02-12T12:56:31.836" v="313" actId="1076"/>
        <pc:sldMkLst>
          <pc:docMk/>
          <pc:sldMk cId="512806082" sldId="1473"/>
        </pc:sldMkLst>
        <pc:spChg chg="mod">
          <ac:chgData name="Callie HAO" userId="3585240736_tp_dropbox_plus" providerId="OAuth2" clId="{B2AEB441-B91F-4678-B823-FC2211693155}" dt="2026-02-12T12:55:51.053" v="302" actId="20577"/>
          <ac:spMkLst>
            <pc:docMk/>
            <pc:sldMk cId="512806082" sldId="1473"/>
            <ac:spMk id="4" creationId="{808CE375-732F-1BA0-11E9-7B8DD5F69453}"/>
          </ac:spMkLst>
        </pc:spChg>
        <pc:spChg chg="add mod">
          <ac:chgData name="Callie HAO" userId="3585240736_tp_dropbox_plus" providerId="OAuth2" clId="{B2AEB441-B91F-4678-B823-FC2211693155}" dt="2026-02-12T12:56:31.836" v="313" actId="1076"/>
          <ac:spMkLst>
            <pc:docMk/>
            <pc:sldMk cId="512806082" sldId="1473"/>
            <ac:spMk id="38" creationId="{205EF0AB-2CEA-28F7-C60E-AF154A7CF730}"/>
          </ac:spMkLst>
        </pc:spChg>
      </pc:sldChg>
      <pc:sldChg chg="addSp delSp modSp del mod addAnim delAnim">
        <pc:chgData name="Callie HAO" userId="3585240736_tp_dropbox_plus" providerId="OAuth2" clId="{B2AEB441-B91F-4678-B823-FC2211693155}" dt="2026-02-12T12:56:35.713" v="314" actId="47"/>
        <pc:sldMkLst>
          <pc:docMk/>
          <pc:sldMk cId="3896379642" sldId="1474"/>
        </pc:sldMkLst>
        <pc:spChg chg="del">
          <ac:chgData name="Callie HAO" userId="3585240736_tp_dropbox_plus" providerId="OAuth2" clId="{B2AEB441-B91F-4678-B823-FC2211693155}" dt="2026-02-12T12:56:19.859" v="306" actId="478"/>
          <ac:spMkLst>
            <pc:docMk/>
            <pc:sldMk cId="3896379642" sldId="1474"/>
            <ac:spMk id="20" creationId="{12591A7D-0C6D-BD99-AE10-C1DA22091A25}"/>
          </ac:spMkLst>
        </pc:spChg>
        <pc:spChg chg="del">
          <ac:chgData name="Callie HAO" userId="3585240736_tp_dropbox_plus" providerId="OAuth2" clId="{B2AEB441-B91F-4678-B823-FC2211693155}" dt="2026-02-12T12:56:23.489" v="309" actId="478"/>
          <ac:spMkLst>
            <pc:docMk/>
            <pc:sldMk cId="3896379642" sldId="1474"/>
            <ac:spMk id="23" creationId="{7203CEED-78A7-DA23-BF1B-22AB4E2B356D}"/>
          </ac:spMkLst>
        </pc:spChg>
        <pc:spChg chg="del">
          <ac:chgData name="Callie HAO" userId="3585240736_tp_dropbox_plus" providerId="OAuth2" clId="{B2AEB441-B91F-4678-B823-FC2211693155}" dt="2026-02-12T12:56:15.354" v="303" actId="478"/>
          <ac:spMkLst>
            <pc:docMk/>
            <pc:sldMk cId="3896379642" sldId="1474"/>
            <ac:spMk id="31" creationId="{EFE52E28-21A4-8822-83DC-9D2755BCF61C}"/>
          </ac:spMkLst>
        </pc:spChg>
        <pc:spChg chg="del">
          <ac:chgData name="Callie HAO" userId="3585240736_tp_dropbox_plus" providerId="OAuth2" clId="{B2AEB441-B91F-4678-B823-FC2211693155}" dt="2026-02-12T12:56:17.896" v="305" actId="478"/>
          <ac:spMkLst>
            <pc:docMk/>
            <pc:sldMk cId="3896379642" sldId="1474"/>
            <ac:spMk id="33" creationId="{113F7095-338F-F9CB-3914-795923B1DF47}"/>
          </ac:spMkLst>
        </pc:spChg>
        <pc:spChg chg="del">
          <ac:chgData name="Callie HAO" userId="3585240736_tp_dropbox_plus" providerId="OAuth2" clId="{B2AEB441-B91F-4678-B823-FC2211693155}" dt="2026-02-12T12:56:17.195" v="304" actId="478"/>
          <ac:spMkLst>
            <pc:docMk/>
            <pc:sldMk cId="3896379642" sldId="1474"/>
            <ac:spMk id="37" creationId="{3AD66320-5CE2-D9DF-0E4F-8190FD19ED9C}"/>
          </ac:spMkLst>
        </pc:spChg>
        <pc:spChg chg="add del mod">
          <ac:chgData name="Callie HAO" userId="3585240736_tp_dropbox_plus" providerId="OAuth2" clId="{B2AEB441-B91F-4678-B823-FC2211693155}" dt="2026-02-12T12:56:26.402" v="311" actId="21"/>
          <ac:spMkLst>
            <pc:docMk/>
            <pc:sldMk cId="3896379642" sldId="1474"/>
            <ac:spMk id="38" creationId="{205EF0AB-2CEA-28F7-C60E-AF154A7CF730}"/>
          </ac:spMkLst>
        </pc:spChg>
      </pc:sldChg>
      <pc:sldChg chg="modSp mod">
        <pc:chgData name="Callie HAO" userId="3585240736_tp_dropbox_plus" providerId="OAuth2" clId="{B2AEB441-B91F-4678-B823-FC2211693155}" dt="2026-02-12T12:55:27.041" v="286" actId="20577"/>
        <pc:sldMkLst>
          <pc:docMk/>
          <pc:sldMk cId="2789051013" sldId="1475"/>
        </pc:sldMkLst>
        <pc:spChg chg="mod">
          <ac:chgData name="Callie HAO" userId="3585240736_tp_dropbox_plus" providerId="OAuth2" clId="{B2AEB441-B91F-4678-B823-FC2211693155}" dt="2026-02-12T12:55:27.041" v="286" actId="20577"/>
          <ac:spMkLst>
            <pc:docMk/>
            <pc:sldMk cId="2789051013" sldId="1475"/>
            <ac:spMk id="4" creationId="{58B59627-266D-924E-9BBB-440B14AD4D0D}"/>
          </ac:spMkLst>
        </pc:spChg>
      </pc:sldChg>
      <pc:sldChg chg="delSp del mod">
        <pc:chgData name="Callie HAO" userId="3585240736_tp_dropbox_plus" providerId="OAuth2" clId="{B2AEB441-B91F-4678-B823-FC2211693155}" dt="2026-02-12T12:50:04.188" v="170" actId="47"/>
        <pc:sldMkLst>
          <pc:docMk/>
          <pc:sldMk cId="697714572" sldId="1476"/>
        </pc:sldMkLst>
        <pc:spChg chg="del">
          <ac:chgData name="Callie HAO" userId="3585240736_tp_dropbox_plus" providerId="OAuth2" clId="{B2AEB441-B91F-4678-B823-FC2211693155}" dt="2026-02-12T12:49:54.445" v="165" actId="21"/>
          <ac:spMkLst>
            <pc:docMk/>
            <pc:sldMk cId="697714572" sldId="1476"/>
            <ac:spMk id="34" creationId="{72E1A8E8-9DBE-5C0F-CA01-EA42BE2A732D}"/>
          </ac:spMkLst>
        </pc:spChg>
      </pc:sldChg>
      <pc:sldChg chg="delSp modSp mod delAnim">
        <pc:chgData name="Callie HAO" userId="3585240736_tp_dropbox_plus" providerId="OAuth2" clId="{B2AEB441-B91F-4678-B823-FC2211693155}" dt="2026-02-12T12:57:10.537" v="320" actId="14100"/>
        <pc:sldMkLst>
          <pc:docMk/>
          <pc:sldMk cId="3718199914" sldId="1477"/>
        </pc:sldMkLst>
        <pc:spChg chg="mod">
          <ac:chgData name="Callie HAO" userId="3585240736_tp_dropbox_plus" providerId="OAuth2" clId="{B2AEB441-B91F-4678-B823-FC2211693155}" dt="2026-02-12T12:57:08.360" v="319" actId="1076"/>
          <ac:spMkLst>
            <pc:docMk/>
            <pc:sldMk cId="3718199914" sldId="1477"/>
            <ac:spMk id="2" creationId="{0C62C0A8-5F5E-67B0-D673-86B60B0136C1}"/>
          </ac:spMkLst>
        </pc:spChg>
        <pc:spChg chg="mod">
          <ac:chgData name="Callie HAO" userId="3585240736_tp_dropbox_plus" providerId="OAuth2" clId="{B2AEB441-B91F-4678-B823-FC2211693155}" dt="2026-02-12T12:56:44.678" v="315" actId="20577"/>
          <ac:spMkLst>
            <pc:docMk/>
            <pc:sldMk cId="3718199914" sldId="1477"/>
            <ac:spMk id="4" creationId="{77EF1FC7-E78A-7404-EDA0-EE017630FEC2}"/>
          </ac:spMkLst>
        </pc:spChg>
        <pc:spChg chg="mod">
          <ac:chgData name="Callie HAO" userId="3585240736_tp_dropbox_plus" providerId="OAuth2" clId="{B2AEB441-B91F-4678-B823-FC2211693155}" dt="2026-02-12T12:57:10.537" v="320" actId="14100"/>
          <ac:spMkLst>
            <pc:docMk/>
            <pc:sldMk cId="3718199914" sldId="1477"/>
            <ac:spMk id="39" creationId="{922D61D4-C69A-3F5E-FD6B-0A9D274BEE46}"/>
          </ac:spMkLst>
        </pc:spChg>
        <pc:spChg chg="del">
          <ac:chgData name="Callie HAO" userId="3585240736_tp_dropbox_plus" providerId="OAuth2" clId="{B2AEB441-B91F-4678-B823-FC2211693155}" dt="2026-02-12T12:57:05.172" v="318" actId="478"/>
          <ac:spMkLst>
            <pc:docMk/>
            <pc:sldMk cId="3718199914" sldId="1477"/>
            <ac:spMk id="40" creationId="{2704E371-C15E-6D5C-67E6-13E5551D5A50}"/>
          </ac:spMkLst>
        </pc:spChg>
        <pc:spChg chg="del">
          <ac:chgData name="Callie HAO" userId="3585240736_tp_dropbox_plus" providerId="OAuth2" clId="{B2AEB441-B91F-4678-B823-FC2211693155}" dt="2026-02-12T12:57:05.172" v="318" actId="478"/>
          <ac:spMkLst>
            <pc:docMk/>
            <pc:sldMk cId="3718199914" sldId="1477"/>
            <ac:spMk id="41" creationId="{7F7E805F-88CA-006A-708A-CD470B5E19EF}"/>
          </ac:spMkLst>
        </pc:spChg>
        <pc:spChg chg="del">
          <ac:chgData name="Callie HAO" userId="3585240736_tp_dropbox_plus" providerId="OAuth2" clId="{B2AEB441-B91F-4678-B823-FC2211693155}" dt="2026-02-12T12:57:05.172" v="318" actId="478"/>
          <ac:spMkLst>
            <pc:docMk/>
            <pc:sldMk cId="3718199914" sldId="1477"/>
            <ac:spMk id="42" creationId="{ADBEDCF3-8D83-E445-8D31-87278B3C1700}"/>
          </ac:spMkLst>
        </pc:spChg>
        <pc:spChg chg="del">
          <ac:chgData name="Callie HAO" userId="3585240736_tp_dropbox_plus" providerId="OAuth2" clId="{B2AEB441-B91F-4678-B823-FC2211693155}" dt="2026-02-12T12:57:05.172" v="318" actId="478"/>
          <ac:spMkLst>
            <pc:docMk/>
            <pc:sldMk cId="3718199914" sldId="1477"/>
            <ac:spMk id="43" creationId="{BB646367-B741-D5A2-AC7D-E17C11AD8B7A}"/>
          </ac:spMkLst>
        </pc:spChg>
        <pc:spChg chg="del">
          <ac:chgData name="Callie HAO" userId="3585240736_tp_dropbox_plus" providerId="OAuth2" clId="{B2AEB441-B91F-4678-B823-FC2211693155}" dt="2026-02-12T12:57:05.172" v="318" actId="478"/>
          <ac:spMkLst>
            <pc:docMk/>
            <pc:sldMk cId="3718199914" sldId="1477"/>
            <ac:spMk id="44" creationId="{22A584D6-6735-34FC-9418-2C3B1B2E55F3}"/>
          </ac:spMkLst>
        </pc:spChg>
        <pc:spChg chg="del">
          <ac:chgData name="Callie HAO" userId="3585240736_tp_dropbox_plus" providerId="OAuth2" clId="{B2AEB441-B91F-4678-B823-FC2211693155}" dt="2026-02-12T12:57:05.172" v="318" actId="478"/>
          <ac:spMkLst>
            <pc:docMk/>
            <pc:sldMk cId="3718199914" sldId="1477"/>
            <ac:spMk id="45" creationId="{0B5A3700-3159-B7A9-A8AC-746D3E90E23C}"/>
          </ac:spMkLst>
        </pc:spChg>
        <pc:spChg chg="del">
          <ac:chgData name="Callie HAO" userId="3585240736_tp_dropbox_plus" providerId="OAuth2" clId="{B2AEB441-B91F-4678-B823-FC2211693155}" dt="2026-02-12T12:57:05.172" v="318" actId="478"/>
          <ac:spMkLst>
            <pc:docMk/>
            <pc:sldMk cId="3718199914" sldId="1477"/>
            <ac:spMk id="48" creationId="{F8B67916-421D-DB1C-BE54-4D0952BDFDF7}"/>
          </ac:spMkLst>
        </pc:spChg>
        <pc:spChg chg="del">
          <ac:chgData name="Callie HAO" userId="3585240736_tp_dropbox_plus" providerId="OAuth2" clId="{B2AEB441-B91F-4678-B823-FC2211693155}" dt="2026-02-12T12:57:05.172" v="318" actId="478"/>
          <ac:spMkLst>
            <pc:docMk/>
            <pc:sldMk cId="3718199914" sldId="1477"/>
            <ac:spMk id="49" creationId="{1FEC58A7-522D-5334-4A0C-ECD036263A28}"/>
          </ac:spMkLst>
        </pc:spChg>
        <pc:spChg chg="del">
          <ac:chgData name="Callie HAO" userId="3585240736_tp_dropbox_plus" providerId="OAuth2" clId="{B2AEB441-B91F-4678-B823-FC2211693155}" dt="2026-02-12T12:57:05.172" v="318" actId="478"/>
          <ac:spMkLst>
            <pc:docMk/>
            <pc:sldMk cId="3718199914" sldId="1477"/>
            <ac:spMk id="50" creationId="{1D6EF440-D7B6-8E6C-72B3-15351030A5CD}"/>
          </ac:spMkLst>
        </pc:spChg>
        <pc:spChg chg="del">
          <ac:chgData name="Callie HAO" userId="3585240736_tp_dropbox_plus" providerId="OAuth2" clId="{B2AEB441-B91F-4678-B823-FC2211693155}" dt="2026-02-12T12:57:05.172" v="318" actId="478"/>
          <ac:spMkLst>
            <pc:docMk/>
            <pc:sldMk cId="3718199914" sldId="1477"/>
            <ac:spMk id="51" creationId="{354ADF97-DAD2-FDE0-4965-01719ED19025}"/>
          </ac:spMkLst>
        </pc:spChg>
      </pc:sldChg>
      <pc:sldChg chg="addSp modSp mod">
        <pc:chgData name="Callie HAO" userId="3585240736_tp_dropbox_plus" providerId="OAuth2" clId="{B2AEB441-B91F-4678-B823-FC2211693155}" dt="2026-02-12T12:57:43.954" v="341" actId="1076"/>
        <pc:sldMkLst>
          <pc:docMk/>
          <pc:sldMk cId="3375092817" sldId="1478"/>
        </pc:sldMkLst>
        <pc:spChg chg="mod">
          <ac:chgData name="Callie HAO" userId="3585240736_tp_dropbox_plus" providerId="OAuth2" clId="{B2AEB441-B91F-4678-B823-FC2211693155}" dt="2026-02-12T12:57:28.180" v="338" actId="20577"/>
          <ac:spMkLst>
            <pc:docMk/>
            <pc:sldMk cId="3375092817" sldId="1478"/>
            <ac:spMk id="2" creationId="{3FBD4CD8-EB02-DAE4-E0F0-6AB0185405E1}"/>
          </ac:spMkLst>
        </pc:spChg>
        <pc:spChg chg="mod">
          <ac:chgData name="Callie HAO" userId="3585240736_tp_dropbox_plus" providerId="OAuth2" clId="{B2AEB441-B91F-4678-B823-FC2211693155}" dt="2026-02-12T12:57:20.289" v="330" actId="20577"/>
          <ac:spMkLst>
            <pc:docMk/>
            <pc:sldMk cId="3375092817" sldId="1478"/>
            <ac:spMk id="4" creationId="{F9E32035-854F-69F1-CC3A-29E08BF14CE7}"/>
          </ac:spMkLst>
        </pc:spChg>
        <pc:spChg chg="add mod">
          <ac:chgData name="Callie HAO" userId="3585240736_tp_dropbox_plus" providerId="OAuth2" clId="{B2AEB441-B91F-4678-B823-FC2211693155}" dt="2026-02-12T12:57:43.954" v="341" actId="1076"/>
          <ac:spMkLst>
            <pc:docMk/>
            <pc:sldMk cId="3375092817" sldId="1478"/>
            <ac:spMk id="5" creationId="{C6F12090-8EFD-EABF-54E0-74C6E3818D35}"/>
          </ac:spMkLst>
        </pc:spChg>
        <pc:spChg chg="mod">
          <ac:chgData name="Callie HAO" userId="3585240736_tp_dropbox_plus" providerId="OAuth2" clId="{B2AEB441-B91F-4678-B823-FC2211693155}" dt="2026-02-12T12:57:23.539" v="334" actId="20577"/>
          <ac:spMkLst>
            <pc:docMk/>
            <pc:sldMk cId="3375092817" sldId="1478"/>
            <ac:spMk id="6" creationId="{806FC3F2-13F8-82D0-525C-E9520F532867}"/>
          </ac:spMkLst>
        </pc:spChg>
      </pc:sldChg>
      <pc:sldChg chg="modSp mod">
        <pc:chgData name="Callie HAO" userId="3585240736_tp_dropbox_plus" providerId="OAuth2" clId="{B2AEB441-B91F-4678-B823-FC2211693155}" dt="2026-02-12T12:57:53.965" v="351" actId="20577"/>
        <pc:sldMkLst>
          <pc:docMk/>
          <pc:sldMk cId="1096401529" sldId="1479"/>
        </pc:sldMkLst>
        <pc:spChg chg="mod">
          <ac:chgData name="Callie HAO" userId="3585240736_tp_dropbox_plus" providerId="OAuth2" clId="{B2AEB441-B91F-4678-B823-FC2211693155}" dt="2026-02-12T12:57:52.027" v="345" actId="20577"/>
          <ac:spMkLst>
            <pc:docMk/>
            <pc:sldMk cId="1096401529" sldId="1479"/>
            <ac:spMk id="2" creationId="{D70D5893-A1BD-F630-22BD-E34C8379F842}"/>
          </ac:spMkLst>
        </pc:spChg>
        <pc:spChg chg="mod">
          <ac:chgData name="Callie HAO" userId="3585240736_tp_dropbox_plus" providerId="OAuth2" clId="{B2AEB441-B91F-4678-B823-FC2211693155}" dt="2026-02-12T12:57:53.965" v="351" actId="20577"/>
          <ac:spMkLst>
            <pc:docMk/>
            <pc:sldMk cId="1096401529" sldId="1479"/>
            <ac:spMk id="4" creationId="{5348E465-C503-A7E2-5C49-0876BC250BF8}"/>
          </ac:spMkLst>
        </pc:spChg>
      </pc:sldChg>
      <pc:sldChg chg="addSp delSp modSp mod delAnim modAnim">
        <pc:chgData name="Callie HAO" userId="3585240736_tp_dropbox_plus" providerId="OAuth2" clId="{B2AEB441-B91F-4678-B823-FC2211693155}" dt="2026-02-12T12:58:50.241" v="369" actId="1076"/>
        <pc:sldMkLst>
          <pc:docMk/>
          <pc:sldMk cId="4109714841" sldId="1480"/>
        </pc:sldMkLst>
        <pc:spChg chg="add mod">
          <ac:chgData name="Callie HAO" userId="3585240736_tp_dropbox_plus" providerId="OAuth2" clId="{B2AEB441-B91F-4678-B823-FC2211693155}" dt="2026-02-12T12:58:50.241" v="369" actId="1076"/>
          <ac:spMkLst>
            <pc:docMk/>
            <pc:sldMk cId="4109714841" sldId="1480"/>
            <ac:spMk id="2" creationId="{E6BD8FD2-4AC0-B7EA-A967-E68AF41704F5}"/>
          </ac:spMkLst>
        </pc:spChg>
        <pc:spChg chg="mod">
          <ac:chgData name="Callie HAO" userId="3585240736_tp_dropbox_plus" providerId="OAuth2" clId="{B2AEB441-B91F-4678-B823-FC2211693155}" dt="2026-02-12T12:58:04.950" v="357" actId="20577"/>
          <ac:spMkLst>
            <pc:docMk/>
            <pc:sldMk cId="4109714841" sldId="1480"/>
            <ac:spMk id="4" creationId="{32906866-3AE0-27B1-6B08-FD737C9ADCDB}"/>
          </ac:spMkLst>
        </pc:spChg>
        <pc:spChg chg="mod">
          <ac:chgData name="Callie HAO" userId="3585240736_tp_dropbox_plus" providerId="OAuth2" clId="{B2AEB441-B91F-4678-B823-FC2211693155}" dt="2026-02-12T12:58:50.241" v="369" actId="1076"/>
          <ac:spMkLst>
            <pc:docMk/>
            <pc:sldMk cId="4109714841" sldId="1480"/>
            <ac:spMk id="68" creationId="{6526DC45-80D4-D38B-644E-F4A37434A754}"/>
          </ac:spMkLst>
        </pc:spChg>
        <pc:spChg chg="del">
          <ac:chgData name="Callie HAO" userId="3585240736_tp_dropbox_plus" providerId="OAuth2" clId="{B2AEB441-B91F-4678-B823-FC2211693155}" dt="2026-02-12T12:58:17.899" v="362" actId="478"/>
          <ac:spMkLst>
            <pc:docMk/>
            <pc:sldMk cId="4109714841" sldId="1480"/>
            <ac:spMk id="69" creationId="{F7FA0276-FB19-6437-D367-ADCE3E4C6D6A}"/>
          </ac:spMkLst>
        </pc:spChg>
        <pc:spChg chg="del">
          <ac:chgData name="Callie HAO" userId="3585240736_tp_dropbox_plus" providerId="OAuth2" clId="{B2AEB441-B91F-4678-B823-FC2211693155}" dt="2026-02-12T12:58:10.434" v="358" actId="478"/>
          <ac:spMkLst>
            <pc:docMk/>
            <pc:sldMk cId="4109714841" sldId="1480"/>
            <ac:spMk id="70" creationId="{F83CBCE5-C405-C074-DA7D-74B7D48E5321}"/>
          </ac:spMkLst>
        </pc:spChg>
        <pc:spChg chg="del">
          <ac:chgData name="Callie HAO" userId="3585240736_tp_dropbox_plus" providerId="OAuth2" clId="{B2AEB441-B91F-4678-B823-FC2211693155}" dt="2026-02-12T12:58:11.986" v="360" actId="478"/>
          <ac:spMkLst>
            <pc:docMk/>
            <pc:sldMk cId="4109714841" sldId="1480"/>
            <ac:spMk id="71" creationId="{2326320F-AB93-2DF9-8A51-2CF53F7E20F8}"/>
          </ac:spMkLst>
        </pc:spChg>
        <pc:spChg chg="del">
          <ac:chgData name="Callie HAO" userId="3585240736_tp_dropbox_plus" providerId="OAuth2" clId="{B2AEB441-B91F-4678-B823-FC2211693155}" dt="2026-02-12T12:58:11.234" v="359" actId="478"/>
          <ac:spMkLst>
            <pc:docMk/>
            <pc:sldMk cId="4109714841" sldId="1480"/>
            <ac:spMk id="72" creationId="{2BE37EED-8001-9087-7FA0-F8219701D398}"/>
          </ac:spMkLst>
        </pc:spChg>
        <pc:spChg chg="del">
          <ac:chgData name="Callie HAO" userId="3585240736_tp_dropbox_plus" providerId="OAuth2" clId="{B2AEB441-B91F-4678-B823-FC2211693155}" dt="2026-02-12T12:58:12.937" v="361" actId="478"/>
          <ac:spMkLst>
            <pc:docMk/>
            <pc:sldMk cId="4109714841" sldId="1480"/>
            <ac:spMk id="75" creationId="{6EB30B14-D2FD-6F3E-4B48-A9CB2F82FDA7}"/>
          </ac:spMkLst>
        </pc:spChg>
        <pc:spChg chg="mod">
          <ac:chgData name="Callie HAO" userId="3585240736_tp_dropbox_plus" providerId="OAuth2" clId="{B2AEB441-B91F-4678-B823-FC2211693155}" dt="2026-02-12T12:58:50.241" v="369" actId="1076"/>
          <ac:spMkLst>
            <pc:docMk/>
            <pc:sldMk cId="4109714841" sldId="1480"/>
            <ac:spMk id="76" creationId="{5A3CFC5D-EB1C-F3ED-801D-2A1251C7B833}"/>
          </ac:spMkLst>
        </pc:spChg>
      </pc:sldChg>
      <pc:sldChg chg="modSp mod">
        <pc:chgData name="Callie HAO" userId="3585240736_tp_dropbox_plus" providerId="OAuth2" clId="{B2AEB441-B91F-4678-B823-FC2211693155}" dt="2026-02-12T12:59:14.107" v="384" actId="14100"/>
        <pc:sldMkLst>
          <pc:docMk/>
          <pc:sldMk cId="3332313075" sldId="1481"/>
        </pc:sldMkLst>
        <pc:spChg chg="mod">
          <ac:chgData name="Callie HAO" userId="3585240736_tp_dropbox_plus" providerId="OAuth2" clId="{B2AEB441-B91F-4678-B823-FC2211693155}" dt="2026-02-12T12:59:08.426" v="383" actId="20577"/>
          <ac:spMkLst>
            <pc:docMk/>
            <pc:sldMk cId="3332313075" sldId="1481"/>
            <ac:spMk id="2" creationId="{615BC09B-90B7-6493-15C5-C18938BAA0EF}"/>
          </ac:spMkLst>
        </pc:spChg>
        <pc:spChg chg="mod">
          <ac:chgData name="Callie HAO" userId="3585240736_tp_dropbox_plus" providerId="OAuth2" clId="{B2AEB441-B91F-4678-B823-FC2211693155}" dt="2026-02-12T12:59:03.622" v="375" actId="20577"/>
          <ac:spMkLst>
            <pc:docMk/>
            <pc:sldMk cId="3332313075" sldId="1481"/>
            <ac:spMk id="4" creationId="{DBE943F3-19FC-D859-7067-5EFA13233B82}"/>
          </ac:spMkLst>
        </pc:spChg>
        <pc:spChg chg="mod">
          <ac:chgData name="Callie HAO" userId="3585240736_tp_dropbox_plus" providerId="OAuth2" clId="{B2AEB441-B91F-4678-B823-FC2211693155}" dt="2026-02-12T12:59:05.911" v="379" actId="20577"/>
          <ac:spMkLst>
            <pc:docMk/>
            <pc:sldMk cId="3332313075" sldId="1481"/>
            <ac:spMk id="6" creationId="{122F7EF4-FCF4-A11A-D58A-806B5BB8222A}"/>
          </ac:spMkLst>
        </pc:spChg>
        <pc:spChg chg="mod">
          <ac:chgData name="Callie HAO" userId="3585240736_tp_dropbox_plus" providerId="OAuth2" clId="{B2AEB441-B91F-4678-B823-FC2211693155}" dt="2026-02-12T12:59:14.107" v="384" actId="14100"/>
          <ac:spMkLst>
            <pc:docMk/>
            <pc:sldMk cId="3332313075" sldId="1481"/>
            <ac:spMk id="19" creationId="{6816ADEE-4D8B-9F2D-D162-742C23316421}"/>
          </ac:spMkLst>
        </pc:spChg>
      </pc:sldChg>
      <pc:sldChg chg="modSp mod">
        <pc:chgData name="Callie HAO" userId="3585240736_tp_dropbox_plus" providerId="OAuth2" clId="{B2AEB441-B91F-4678-B823-FC2211693155}" dt="2026-02-12T12:59:36.877" v="418" actId="20577"/>
        <pc:sldMkLst>
          <pc:docMk/>
          <pc:sldMk cId="2932395273" sldId="1704"/>
        </pc:sldMkLst>
        <pc:spChg chg="mod">
          <ac:chgData name="Callie HAO" userId="3585240736_tp_dropbox_plus" providerId="OAuth2" clId="{B2AEB441-B91F-4678-B823-FC2211693155}" dt="2026-02-12T12:59:36.877" v="418" actId="20577"/>
          <ac:spMkLst>
            <pc:docMk/>
            <pc:sldMk cId="2932395273" sldId="1704"/>
            <ac:spMk id="4" creationId="{2A43B623-A988-CA8F-F564-B5DAC1C33DD1}"/>
          </ac:spMkLst>
        </pc:spChg>
      </pc:sldChg>
      <pc:sldChg chg="modSp">
        <pc:chgData name="Callie HAO" userId="3585240736_tp_dropbox_plus" providerId="OAuth2" clId="{B2AEB441-B91F-4678-B823-FC2211693155}" dt="2026-02-12T12:59:47.671" v="419"/>
        <pc:sldMkLst>
          <pc:docMk/>
          <pc:sldMk cId="616074848" sldId="1705"/>
        </pc:sldMkLst>
        <pc:spChg chg="mod">
          <ac:chgData name="Callie HAO" userId="3585240736_tp_dropbox_plus" providerId="OAuth2" clId="{B2AEB441-B91F-4678-B823-FC2211693155}" dt="2026-02-12T12:59:47.671" v="419"/>
          <ac:spMkLst>
            <pc:docMk/>
            <pc:sldMk cId="616074848" sldId="1705"/>
            <ac:spMk id="4" creationId="{2A43B623-A988-CA8F-F564-B5DAC1C33DD1}"/>
          </ac:spMkLst>
        </pc:spChg>
      </pc:sldChg>
      <pc:sldChg chg="addSp delSp modSp add mod modAnim">
        <pc:chgData name="Callie HAO" userId="3585240736_tp_dropbox_plus" providerId="OAuth2" clId="{B2AEB441-B91F-4678-B823-FC2211693155}" dt="2026-02-12T12:46:28.939" v="101"/>
        <pc:sldMkLst>
          <pc:docMk/>
          <pc:sldMk cId="579392858" sldId="1725"/>
        </pc:sldMkLst>
        <pc:spChg chg="del">
          <ac:chgData name="Callie HAO" userId="3585240736_tp_dropbox_plus" providerId="OAuth2" clId="{B2AEB441-B91F-4678-B823-FC2211693155}" dt="2026-02-12T12:45:55.106" v="93" actId="478"/>
          <ac:spMkLst>
            <pc:docMk/>
            <pc:sldMk cId="579392858" sldId="1725"/>
            <ac:spMk id="2" creationId="{0315E85A-B7A0-B742-B453-24035552A0F7}"/>
          </ac:spMkLst>
        </pc:spChg>
        <pc:spChg chg="mod">
          <ac:chgData name="Callie HAO" userId="3585240736_tp_dropbox_plus" providerId="OAuth2" clId="{B2AEB441-B91F-4678-B823-FC2211693155}" dt="2026-02-12T12:45:52.529" v="92" actId="20577"/>
          <ac:spMkLst>
            <pc:docMk/>
            <pc:sldMk cId="579392858" sldId="1725"/>
            <ac:spMk id="4" creationId="{17813B07-18F4-0DE9-7F77-5D742F6679DB}"/>
          </ac:spMkLst>
        </pc:spChg>
        <pc:spChg chg="del">
          <ac:chgData name="Callie HAO" userId="3585240736_tp_dropbox_plus" providerId="OAuth2" clId="{B2AEB441-B91F-4678-B823-FC2211693155}" dt="2026-02-12T12:45:55.106" v="93" actId="478"/>
          <ac:spMkLst>
            <pc:docMk/>
            <pc:sldMk cId="579392858" sldId="1725"/>
            <ac:spMk id="5" creationId="{2257FDDA-87BB-FEAC-142A-996D79E44D5B}"/>
          </ac:spMkLst>
        </pc:spChg>
        <pc:spChg chg="add mod">
          <ac:chgData name="Callie HAO" userId="3585240736_tp_dropbox_plus" providerId="OAuth2" clId="{B2AEB441-B91F-4678-B823-FC2211693155}" dt="2026-02-12T12:46:12.753" v="97" actId="1076"/>
          <ac:spMkLst>
            <pc:docMk/>
            <pc:sldMk cId="579392858" sldId="1725"/>
            <ac:spMk id="6" creationId="{EC29370A-8DCF-8A7A-D618-15FC74119485}"/>
          </ac:spMkLst>
        </pc:spChg>
        <pc:spChg chg="add mod">
          <ac:chgData name="Callie HAO" userId="3585240736_tp_dropbox_plus" providerId="OAuth2" clId="{B2AEB441-B91F-4678-B823-FC2211693155}" dt="2026-02-12T12:46:12.753" v="97" actId="1076"/>
          <ac:spMkLst>
            <pc:docMk/>
            <pc:sldMk cId="579392858" sldId="1725"/>
            <ac:spMk id="7" creationId="{FA4A6945-0537-A51A-BBB0-5D18EB846025}"/>
          </ac:spMkLst>
        </pc:spChg>
        <pc:spChg chg="add mod">
          <ac:chgData name="Callie HAO" userId="3585240736_tp_dropbox_plus" providerId="OAuth2" clId="{B2AEB441-B91F-4678-B823-FC2211693155}" dt="2026-02-12T12:46:12.753" v="97" actId="1076"/>
          <ac:spMkLst>
            <pc:docMk/>
            <pc:sldMk cId="579392858" sldId="1725"/>
            <ac:spMk id="8" creationId="{3EBF6337-04CD-5B69-984B-DA6C1AE38A39}"/>
          </ac:spMkLst>
        </pc:spChg>
        <pc:spChg chg="add mod">
          <ac:chgData name="Callie HAO" userId="3585240736_tp_dropbox_plus" providerId="OAuth2" clId="{B2AEB441-B91F-4678-B823-FC2211693155}" dt="2026-02-12T12:46:18.674" v="99" actId="1076"/>
          <ac:spMkLst>
            <pc:docMk/>
            <pc:sldMk cId="579392858" sldId="1725"/>
            <ac:spMk id="9" creationId="{3A7D3B5E-44BE-A28B-2B98-9EDE1F905436}"/>
          </ac:spMkLst>
        </pc:spChg>
        <pc:spChg chg="add mod">
          <ac:chgData name="Callie HAO" userId="3585240736_tp_dropbox_plus" providerId="OAuth2" clId="{B2AEB441-B91F-4678-B823-FC2211693155}" dt="2026-02-12T12:46:18.674" v="99" actId="1076"/>
          <ac:spMkLst>
            <pc:docMk/>
            <pc:sldMk cId="579392858" sldId="1725"/>
            <ac:spMk id="10" creationId="{CA24B9C8-F4AE-5105-B1C0-7D4487471CF2}"/>
          </ac:spMkLst>
        </pc:spChg>
        <pc:spChg chg="del">
          <ac:chgData name="Callie HAO" userId="3585240736_tp_dropbox_plus" providerId="OAuth2" clId="{B2AEB441-B91F-4678-B823-FC2211693155}" dt="2026-02-12T12:45:55.106" v="93" actId="478"/>
          <ac:spMkLst>
            <pc:docMk/>
            <pc:sldMk cId="579392858" sldId="1725"/>
            <ac:spMk id="11" creationId="{E18BE7A5-08ED-FC9A-C228-09019C90D1D1}"/>
          </ac:spMkLst>
        </pc:spChg>
        <pc:spChg chg="add mod">
          <ac:chgData name="Callie HAO" userId="3585240736_tp_dropbox_plus" providerId="OAuth2" clId="{B2AEB441-B91F-4678-B823-FC2211693155}" dt="2026-02-12T12:46:18.674" v="99" actId="1076"/>
          <ac:spMkLst>
            <pc:docMk/>
            <pc:sldMk cId="579392858" sldId="1725"/>
            <ac:spMk id="12" creationId="{20684631-E7CA-B92A-8147-CEE9468855FE}"/>
          </ac:spMkLst>
        </pc:spChg>
        <pc:spChg chg="del">
          <ac:chgData name="Callie HAO" userId="3585240736_tp_dropbox_plus" providerId="OAuth2" clId="{B2AEB441-B91F-4678-B823-FC2211693155}" dt="2026-02-12T12:45:55.106" v="93" actId="478"/>
          <ac:spMkLst>
            <pc:docMk/>
            <pc:sldMk cId="579392858" sldId="1725"/>
            <ac:spMk id="53" creationId="{21496836-3BFA-1A41-3F9C-146AC54B7705}"/>
          </ac:spMkLst>
        </pc:spChg>
        <pc:spChg chg="del">
          <ac:chgData name="Callie HAO" userId="3585240736_tp_dropbox_plus" providerId="OAuth2" clId="{B2AEB441-B91F-4678-B823-FC2211693155}" dt="2026-02-12T12:45:55.106" v="93" actId="478"/>
          <ac:spMkLst>
            <pc:docMk/>
            <pc:sldMk cId="579392858" sldId="1725"/>
            <ac:spMk id="54" creationId="{1521B430-21DF-5B31-2D10-148A6C4E2F9C}"/>
          </ac:spMkLst>
        </pc:spChg>
        <pc:spChg chg="del">
          <ac:chgData name="Callie HAO" userId="3585240736_tp_dropbox_plus" providerId="OAuth2" clId="{B2AEB441-B91F-4678-B823-FC2211693155}" dt="2026-02-12T12:45:55.106" v="93" actId="478"/>
          <ac:spMkLst>
            <pc:docMk/>
            <pc:sldMk cId="579392858" sldId="1725"/>
            <ac:spMk id="55" creationId="{029BCA53-78B8-BBCA-0252-7C016EAFD946}"/>
          </ac:spMkLst>
        </pc:spChg>
        <pc:spChg chg="del">
          <ac:chgData name="Callie HAO" userId="3585240736_tp_dropbox_plus" providerId="OAuth2" clId="{B2AEB441-B91F-4678-B823-FC2211693155}" dt="2026-02-12T12:45:55.106" v="93" actId="478"/>
          <ac:spMkLst>
            <pc:docMk/>
            <pc:sldMk cId="579392858" sldId="1725"/>
            <ac:spMk id="58" creationId="{2834A71E-123E-2083-00E9-6638BC327566}"/>
          </ac:spMkLst>
        </pc:spChg>
        <pc:spChg chg="del">
          <ac:chgData name="Callie HAO" userId="3585240736_tp_dropbox_plus" providerId="OAuth2" clId="{B2AEB441-B91F-4678-B823-FC2211693155}" dt="2026-02-12T12:45:55.106" v="93" actId="478"/>
          <ac:spMkLst>
            <pc:docMk/>
            <pc:sldMk cId="579392858" sldId="1725"/>
            <ac:spMk id="59" creationId="{D982D511-3CDF-E74E-4B61-439B8D70420F}"/>
          </ac:spMkLst>
        </pc:spChg>
        <pc:spChg chg="mod">
          <ac:chgData name="Callie HAO" userId="3585240736_tp_dropbox_plus" providerId="OAuth2" clId="{B2AEB441-B91F-4678-B823-FC2211693155}" dt="2026-02-12T12:46:21.072" v="100" actId="1076"/>
          <ac:spMkLst>
            <pc:docMk/>
            <pc:sldMk cId="579392858" sldId="1725"/>
            <ac:spMk id="61" creationId="{3751A8B2-4C0E-BED1-BF8B-BEFA482EC55E}"/>
          </ac:spMkLst>
        </pc:spChg>
      </pc:sldChg>
      <pc:sldChg chg="add del">
        <pc:chgData name="Callie HAO" userId="3585240736_tp_dropbox_plus" providerId="OAuth2" clId="{B2AEB441-B91F-4678-B823-FC2211693155}" dt="2026-02-12T12:44:43.297" v="49"/>
        <pc:sldMkLst>
          <pc:docMk/>
          <pc:sldMk cId="969550813" sldId="1725"/>
        </pc:sldMkLst>
      </pc:sldChg>
      <pc:sldChg chg="add del">
        <pc:chgData name="Callie HAO" userId="3585240736_tp_dropbox_plus" providerId="OAuth2" clId="{B2AEB441-B91F-4678-B823-FC2211693155}" dt="2026-02-12T12:45:57.384" v="95"/>
        <pc:sldMkLst>
          <pc:docMk/>
          <pc:sldMk cId="314508352" sldId="1726"/>
        </pc:sldMkLst>
      </pc:sldChg>
      <pc:sldChg chg="addSp delSp modSp new mod modAnim">
        <pc:chgData name="Callie HAO" userId="3585240736_tp_dropbox_plus" providerId="OAuth2" clId="{B2AEB441-B91F-4678-B823-FC2211693155}" dt="2026-02-12T12:54:53.809" v="273" actId="1076"/>
        <pc:sldMkLst>
          <pc:docMk/>
          <pc:sldMk cId="2241163897" sldId="1726"/>
        </pc:sldMkLst>
        <pc:spChg chg="del">
          <ac:chgData name="Callie HAO" userId="3585240736_tp_dropbox_plus" providerId="OAuth2" clId="{B2AEB441-B91F-4678-B823-FC2211693155}" dt="2026-02-12T12:51:42.021" v="225" actId="478"/>
          <ac:spMkLst>
            <pc:docMk/>
            <pc:sldMk cId="2241163897" sldId="1726"/>
            <ac:spMk id="2" creationId="{E2C820C0-D663-A027-F933-F80DE4CB9563}"/>
          </ac:spMkLst>
        </pc:spChg>
        <pc:spChg chg="mod">
          <ac:chgData name="Callie HAO" userId="3585240736_tp_dropbox_plus" providerId="OAuth2" clId="{B2AEB441-B91F-4678-B823-FC2211693155}" dt="2026-02-12T12:51:12.898" v="223" actId="20577"/>
          <ac:spMkLst>
            <pc:docMk/>
            <pc:sldMk cId="2241163897" sldId="1726"/>
            <ac:spMk id="4" creationId="{3B6FAF53-EA2B-3775-2D52-A59627EC130D}"/>
          </ac:spMkLst>
        </pc:spChg>
        <pc:spChg chg="add mod">
          <ac:chgData name="Callie HAO" userId="3585240736_tp_dropbox_plus" providerId="OAuth2" clId="{B2AEB441-B91F-4678-B823-FC2211693155}" dt="2026-02-12T12:52:22.217" v="227" actId="1076"/>
          <ac:spMkLst>
            <pc:docMk/>
            <pc:sldMk cId="2241163897" sldId="1726"/>
            <ac:spMk id="5" creationId="{BD75B37A-55DB-2B5C-1CDE-0C24E82D07C7}"/>
          </ac:spMkLst>
        </pc:spChg>
        <pc:spChg chg="add mod">
          <ac:chgData name="Callie HAO" userId="3585240736_tp_dropbox_plus" providerId="OAuth2" clId="{B2AEB441-B91F-4678-B823-FC2211693155}" dt="2026-02-12T12:54:53.809" v="273" actId="1076"/>
          <ac:spMkLst>
            <pc:docMk/>
            <pc:sldMk cId="2241163897" sldId="1726"/>
            <ac:spMk id="6" creationId="{36BCC5C5-2DBF-4CCC-8EAB-F5B2530FA9DA}"/>
          </ac:spMkLst>
        </pc:spChg>
        <pc:spChg chg="add mod">
          <ac:chgData name="Callie HAO" userId="3585240736_tp_dropbox_plus" providerId="OAuth2" clId="{B2AEB441-B91F-4678-B823-FC2211693155}" dt="2026-02-12T12:53:57.938" v="262" actId="164"/>
          <ac:spMkLst>
            <pc:docMk/>
            <pc:sldMk cId="2241163897" sldId="1726"/>
            <ac:spMk id="7" creationId="{C64D7D2B-6405-0ECC-AD76-512B868A99D4}"/>
          </ac:spMkLst>
        </pc:spChg>
        <pc:spChg chg="add mod">
          <ac:chgData name="Callie HAO" userId="3585240736_tp_dropbox_plus" providerId="OAuth2" clId="{B2AEB441-B91F-4678-B823-FC2211693155}" dt="2026-02-12T12:53:57.938" v="262" actId="164"/>
          <ac:spMkLst>
            <pc:docMk/>
            <pc:sldMk cId="2241163897" sldId="1726"/>
            <ac:spMk id="8" creationId="{7B39E8FC-9D2F-206B-9E49-6921DE795730}"/>
          </ac:spMkLst>
        </pc:spChg>
        <pc:spChg chg="add mod">
          <ac:chgData name="Callie HAO" userId="3585240736_tp_dropbox_plus" providerId="OAuth2" clId="{B2AEB441-B91F-4678-B823-FC2211693155}" dt="2026-02-12T12:53:57.938" v="262" actId="164"/>
          <ac:spMkLst>
            <pc:docMk/>
            <pc:sldMk cId="2241163897" sldId="1726"/>
            <ac:spMk id="9" creationId="{367ABDD8-644C-C90A-191D-9E95EA719534}"/>
          </ac:spMkLst>
        </pc:spChg>
        <pc:spChg chg="add del mod">
          <ac:chgData name="Callie HAO" userId="3585240736_tp_dropbox_plus" providerId="OAuth2" clId="{B2AEB441-B91F-4678-B823-FC2211693155}" dt="2026-02-12T12:53:28.249" v="252" actId="478"/>
          <ac:spMkLst>
            <pc:docMk/>
            <pc:sldMk cId="2241163897" sldId="1726"/>
            <ac:spMk id="10" creationId="{C2C32C82-B80A-F4DE-BBEB-C52DBBDA65B5}"/>
          </ac:spMkLst>
        </pc:spChg>
        <pc:spChg chg="add del mod">
          <ac:chgData name="Callie HAO" userId="3585240736_tp_dropbox_plus" providerId="OAuth2" clId="{B2AEB441-B91F-4678-B823-FC2211693155}" dt="2026-02-12T12:53:28.249" v="252" actId="478"/>
          <ac:spMkLst>
            <pc:docMk/>
            <pc:sldMk cId="2241163897" sldId="1726"/>
            <ac:spMk id="11" creationId="{61B0F78D-B56B-F3B5-5CE4-862A6692547D}"/>
          </ac:spMkLst>
        </pc:spChg>
        <pc:spChg chg="add del mod">
          <ac:chgData name="Callie HAO" userId="3585240736_tp_dropbox_plus" providerId="OAuth2" clId="{B2AEB441-B91F-4678-B823-FC2211693155}" dt="2026-02-12T12:53:28.249" v="252" actId="478"/>
          <ac:spMkLst>
            <pc:docMk/>
            <pc:sldMk cId="2241163897" sldId="1726"/>
            <ac:spMk id="12" creationId="{94F66F0B-1C68-2B9F-F70F-68B26E51466C}"/>
          </ac:spMkLst>
        </pc:spChg>
        <pc:spChg chg="add mod">
          <ac:chgData name="Callie HAO" userId="3585240736_tp_dropbox_plus" providerId="OAuth2" clId="{B2AEB441-B91F-4678-B823-FC2211693155}" dt="2026-02-12T12:53:21.032" v="250" actId="1076"/>
          <ac:spMkLst>
            <pc:docMk/>
            <pc:sldMk cId="2241163897" sldId="1726"/>
            <ac:spMk id="13" creationId="{006BAB8E-B43D-7E38-DB19-0E8CC3AC5A46}"/>
          </ac:spMkLst>
        </pc:spChg>
        <pc:spChg chg="add mod">
          <ac:chgData name="Callie HAO" userId="3585240736_tp_dropbox_plus" providerId="OAuth2" clId="{B2AEB441-B91F-4678-B823-FC2211693155}" dt="2026-02-12T12:53:21.032" v="250" actId="1076"/>
          <ac:spMkLst>
            <pc:docMk/>
            <pc:sldMk cId="2241163897" sldId="1726"/>
            <ac:spMk id="14" creationId="{C5F5B848-CEE6-59B3-3DA0-F34F120F02EA}"/>
          </ac:spMkLst>
        </pc:spChg>
        <pc:spChg chg="add mod">
          <ac:chgData name="Callie HAO" userId="3585240736_tp_dropbox_plus" providerId="OAuth2" clId="{B2AEB441-B91F-4678-B823-FC2211693155}" dt="2026-02-12T12:53:21.032" v="250" actId="1076"/>
          <ac:spMkLst>
            <pc:docMk/>
            <pc:sldMk cId="2241163897" sldId="1726"/>
            <ac:spMk id="15" creationId="{CCA81025-49F7-784A-6F3A-037A8E159D64}"/>
          </ac:spMkLst>
        </pc:spChg>
        <pc:spChg chg="add mod">
          <ac:chgData name="Callie HAO" userId="3585240736_tp_dropbox_plus" providerId="OAuth2" clId="{B2AEB441-B91F-4678-B823-FC2211693155}" dt="2026-02-12T12:53:21.032" v="250" actId="1076"/>
          <ac:spMkLst>
            <pc:docMk/>
            <pc:sldMk cId="2241163897" sldId="1726"/>
            <ac:spMk id="16" creationId="{C4F83C54-B6BF-A85E-63AF-83A495FAF831}"/>
          </ac:spMkLst>
        </pc:spChg>
        <pc:spChg chg="add mod">
          <ac:chgData name="Callie HAO" userId="3585240736_tp_dropbox_plus" providerId="OAuth2" clId="{B2AEB441-B91F-4678-B823-FC2211693155}" dt="2026-02-12T12:53:21.032" v="250" actId="1076"/>
          <ac:spMkLst>
            <pc:docMk/>
            <pc:sldMk cId="2241163897" sldId="1726"/>
            <ac:spMk id="17" creationId="{A0271F9C-C9C0-89C9-39B4-CC6166DCD514}"/>
          </ac:spMkLst>
        </pc:spChg>
        <pc:spChg chg="add mod">
          <ac:chgData name="Callie HAO" userId="3585240736_tp_dropbox_plus" providerId="OAuth2" clId="{B2AEB441-B91F-4678-B823-FC2211693155}" dt="2026-02-12T12:53:21.032" v="250" actId="1076"/>
          <ac:spMkLst>
            <pc:docMk/>
            <pc:sldMk cId="2241163897" sldId="1726"/>
            <ac:spMk id="18" creationId="{3AFA5A80-2D53-9252-24F6-1C762DBEDA3D}"/>
          </ac:spMkLst>
        </pc:spChg>
        <pc:spChg chg="add mod">
          <ac:chgData name="Callie HAO" userId="3585240736_tp_dropbox_plus" providerId="OAuth2" clId="{B2AEB441-B91F-4678-B823-FC2211693155}" dt="2026-02-12T12:53:57.938" v="262" actId="164"/>
          <ac:spMkLst>
            <pc:docMk/>
            <pc:sldMk cId="2241163897" sldId="1726"/>
            <ac:spMk id="19" creationId="{A6ADD777-84BB-7F58-8A04-D5463AFA14C0}"/>
          </ac:spMkLst>
        </pc:spChg>
        <pc:spChg chg="mod">
          <ac:chgData name="Callie HAO" userId="3585240736_tp_dropbox_plus" providerId="OAuth2" clId="{B2AEB441-B91F-4678-B823-FC2211693155}" dt="2026-02-12T12:54:01.184" v="264"/>
          <ac:spMkLst>
            <pc:docMk/>
            <pc:sldMk cId="2241163897" sldId="1726"/>
            <ac:spMk id="22" creationId="{2AC38999-DC7F-5566-AD24-E20D0BB47770}"/>
          </ac:spMkLst>
        </pc:spChg>
        <pc:spChg chg="mod">
          <ac:chgData name="Callie HAO" userId="3585240736_tp_dropbox_plus" providerId="OAuth2" clId="{B2AEB441-B91F-4678-B823-FC2211693155}" dt="2026-02-12T12:54:01.184" v="264"/>
          <ac:spMkLst>
            <pc:docMk/>
            <pc:sldMk cId="2241163897" sldId="1726"/>
            <ac:spMk id="23" creationId="{4507A761-3E12-0D02-5B9C-BAFEC7F072A7}"/>
          </ac:spMkLst>
        </pc:spChg>
        <pc:spChg chg="mod">
          <ac:chgData name="Callie HAO" userId="3585240736_tp_dropbox_plus" providerId="OAuth2" clId="{B2AEB441-B91F-4678-B823-FC2211693155}" dt="2026-02-12T12:54:01.184" v="264"/>
          <ac:spMkLst>
            <pc:docMk/>
            <pc:sldMk cId="2241163897" sldId="1726"/>
            <ac:spMk id="24" creationId="{9884FDA1-6C50-0F9B-0237-9D2BC4C5425F}"/>
          </ac:spMkLst>
        </pc:spChg>
        <pc:spChg chg="mod">
          <ac:chgData name="Callie HAO" userId="3585240736_tp_dropbox_plus" providerId="OAuth2" clId="{B2AEB441-B91F-4678-B823-FC2211693155}" dt="2026-02-12T12:54:01.184" v="264"/>
          <ac:spMkLst>
            <pc:docMk/>
            <pc:sldMk cId="2241163897" sldId="1726"/>
            <ac:spMk id="25" creationId="{E3E65A21-1388-BA69-AA7E-FF81C9642C57}"/>
          </ac:spMkLst>
        </pc:spChg>
        <pc:spChg chg="mod">
          <ac:chgData name="Callie HAO" userId="3585240736_tp_dropbox_plus" providerId="OAuth2" clId="{B2AEB441-B91F-4678-B823-FC2211693155}" dt="2026-02-12T12:54:06.122" v="266"/>
          <ac:spMkLst>
            <pc:docMk/>
            <pc:sldMk cId="2241163897" sldId="1726"/>
            <ac:spMk id="27" creationId="{EF496B67-87E8-9150-1249-1B9DFA665074}"/>
          </ac:spMkLst>
        </pc:spChg>
        <pc:spChg chg="mod">
          <ac:chgData name="Callie HAO" userId="3585240736_tp_dropbox_plus" providerId="OAuth2" clId="{B2AEB441-B91F-4678-B823-FC2211693155}" dt="2026-02-12T12:54:06.122" v="266"/>
          <ac:spMkLst>
            <pc:docMk/>
            <pc:sldMk cId="2241163897" sldId="1726"/>
            <ac:spMk id="28" creationId="{9C6FB51C-33AE-1F37-3F16-5F6B3A3D5DA5}"/>
          </ac:spMkLst>
        </pc:spChg>
        <pc:spChg chg="mod">
          <ac:chgData name="Callie HAO" userId="3585240736_tp_dropbox_plus" providerId="OAuth2" clId="{B2AEB441-B91F-4678-B823-FC2211693155}" dt="2026-02-12T12:54:06.122" v="266"/>
          <ac:spMkLst>
            <pc:docMk/>
            <pc:sldMk cId="2241163897" sldId="1726"/>
            <ac:spMk id="29" creationId="{DB9CFACF-1C6D-6D63-9104-28B06485A07E}"/>
          </ac:spMkLst>
        </pc:spChg>
        <pc:spChg chg="mod">
          <ac:chgData name="Callie HAO" userId="3585240736_tp_dropbox_plus" providerId="OAuth2" clId="{B2AEB441-B91F-4678-B823-FC2211693155}" dt="2026-02-12T12:54:06.122" v="266"/>
          <ac:spMkLst>
            <pc:docMk/>
            <pc:sldMk cId="2241163897" sldId="1726"/>
            <ac:spMk id="30" creationId="{6322A3D8-B84B-76C6-DB2A-E98099A12D43}"/>
          </ac:spMkLst>
        </pc:spChg>
        <pc:spChg chg="mod">
          <ac:chgData name="Callie HAO" userId="3585240736_tp_dropbox_plus" providerId="OAuth2" clId="{B2AEB441-B91F-4678-B823-FC2211693155}" dt="2026-02-12T12:54:12.537" v="268"/>
          <ac:spMkLst>
            <pc:docMk/>
            <pc:sldMk cId="2241163897" sldId="1726"/>
            <ac:spMk id="32" creationId="{ED4E60C4-48BE-222C-CF2A-364B90FB99F1}"/>
          </ac:spMkLst>
        </pc:spChg>
        <pc:spChg chg="mod">
          <ac:chgData name="Callie HAO" userId="3585240736_tp_dropbox_plus" providerId="OAuth2" clId="{B2AEB441-B91F-4678-B823-FC2211693155}" dt="2026-02-12T12:54:12.537" v="268"/>
          <ac:spMkLst>
            <pc:docMk/>
            <pc:sldMk cId="2241163897" sldId="1726"/>
            <ac:spMk id="33" creationId="{1D89360A-BD2F-0F8A-F348-525F214D8078}"/>
          </ac:spMkLst>
        </pc:spChg>
        <pc:spChg chg="mod">
          <ac:chgData name="Callie HAO" userId="3585240736_tp_dropbox_plus" providerId="OAuth2" clId="{B2AEB441-B91F-4678-B823-FC2211693155}" dt="2026-02-12T12:54:12.537" v="268"/>
          <ac:spMkLst>
            <pc:docMk/>
            <pc:sldMk cId="2241163897" sldId="1726"/>
            <ac:spMk id="34" creationId="{8858B2E2-3B2C-7E89-A109-703F05ED7CC7}"/>
          </ac:spMkLst>
        </pc:spChg>
        <pc:spChg chg="mod">
          <ac:chgData name="Callie HAO" userId="3585240736_tp_dropbox_plus" providerId="OAuth2" clId="{B2AEB441-B91F-4678-B823-FC2211693155}" dt="2026-02-12T12:54:12.537" v="268"/>
          <ac:spMkLst>
            <pc:docMk/>
            <pc:sldMk cId="2241163897" sldId="1726"/>
            <ac:spMk id="35" creationId="{FF2A8B5A-F359-263A-4581-5C1C08C14328}"/>
          </ac:spMkLst>
        </pc:spChg>
        <pc:spChg chg="add mod">
          <ac:chgData name="Callie HAO" userId="3585240736_tp_dropbox_plus" providerId="OAuth2" clId="{B2AEB441-B91F-4678-B823-FC2211693155}" dt="2026-02-12T12:54:31.755" v="271" actId="1076"/>
          <ac:spMkLst>
            <pc:docMk/>
            <pc:sldMk cId="2241163897" sldId="1726"/>
            <ac:spMk id="36" creationId="{F11DAAA9-0BD3-20E1-A8CC-8C1AE91115EC}"/>
          </ac:spMkLst>
        </pc:spChg>
        <pc:grpChg chg="add mod">
          <ac:chgData name="Callie HAO" userId="3585240736_tp_dropbox_plus" providerId="OAuth2" clId="{B2AEB441-B91F-4678-B823-FC2211693155}" dt="2026-02-12T12:54:00.435" v="263" actId="1076"/>
          <ac:grpSpMkLst>
            <pc:docMk/>
            <pc:sldMk cId="2241163897" sldId="1726"/>
            <ac:grpSpMk id="20" creationId="{EA601CFC-11DC-B889-1DBB-C362E8095EF2}"/>
          </ac:grpSpMkLst>
        </pc:grpChg>
        <pc:grpChg chg="add mod">
          <ac:chgData name="Callie HAO" userId="3585240736_tp_dropbox_plus" providerId="OAuth2" clId="{B2AEB441-B91F-4678-B823-FC2211693155}" dt="2026-02-12T12:54:04.819" v="265" actId="1076"/>
          <ac:grpSpMkLst>
            <pc:docMk/>
            <pc:sldMk cId="2241163897" sldId="1726"/>
            <ac:grpSpMk id="21" creationId="{EB0AC721-8F3D-41F8-A462-E15AFD5E8861}"/>
          </ac:grpSpMkLst>
        </pc:grpChg>
        <pc:grpChg chg="add mod">
          <ac:chgData name="Callie HAO" userId="3585240736_tp_dropbox_plus" providerId="OAuth2" clId="{B2AEB441-B91F-4678-B823-FC2211693155}" dt="2026-02-12T12:54:11.779" v="267" actId="1076"/>
          <ac:grpSpMkLst>
            <pc:docMk/>
            <pc:sldMk cId="2241163897" sldId="1726"/>
            <ac:grpSpMk id="26" creationId="{90D7841F-03F9-5282-905F-9DAD7889C2D7}"/>
          </ac:grpSpMkLst>
        </pc:grpChg>
        <pc:grpChg chg="add mod">
          <ac:chgData name="Callie HAO" userId="3585240736_tp_dropbox_plus" providerId="OAuth2" clId="{B2AEB441-B91F-4678-B823-FC2211693155}" dt="2026-02-12T12:54:16.124" v="269" actId="1076"/>
          <ac:grpSpMkLst>
            <pc:docMk/>
            <pc:sldMk cId="2241163897" sldId="1726"/>
            <ac:grpSpMk id="31" creationId="{CC440598-DE54-DB8B-98C7-0CB36A9502D0}"/>
          </ac:grpSpMkLst>
        </pc:grpChg>
      </pc:sldChg>
      <pc:sldMasterChg chg="modSldLayout">
        <pc:chgData name="Callie HAO" userId="3585240736_tp_dropbox_plus" providerId="OAuth2" clId="{B2AEB441-B91F-4678-B823-FC2211693155}" dt="2026-02-12T12:43:32.712" v="1" actId="14100"/>
        <pc:sldMasterMkLst>
          <pc:docMk/>
          <pc:sldMasterMk cId="3184660265" sldId="2147483680"/>
        </pc:sldMasterMkLst>
        <pc:sldLayoutChg chg="modSp mod">
          <pc:chgData name="Callie HAO" userId="3585240736_tp_dropbox_plus" providerId="OAuth2" clId="{B2AEB441-B91F-4678-B823-FC2211693155}" dt="2026-02-12T12:43:32.712" v="1" actId="14100"/>
          <pc:sldLayoutMkLst>
            <pc:docMk/>
            <pc:sldMasterMk cId="3184660265" sldId="2147483680"/>
            <pc:sldLayoutMk cId="4239270474" sldId="2147483682"/>
          </pc:sldLayoutMkLst>
          <pc:spChg chg="mod">
            <ac:chgData name="Callie HAO" userId="3585240736_tp_dropbox_plus" providerId="OAuth2" clId="{B2AEB441-B91F-4678-B823-FC2211693155}" dt="2026-02-12T12:43:31.121" v="0" actId="14100"/>
            <ac:spMkLst>
              <pc:docMk/>
              <pc:sldMasterMk cId="3184660265" sldId="2147483680"/>
              <pc:sldLayoutMk cId="4239270474" sldId="2147483682"/>
              <ac:spMk id="7" creationId="{C8F84CF5-63C1-475F-B006-D6DCB1C29CF7}"/>
            </ac:spMkLst>
          </pc:spChg>
          <pc:spChg chg="mod">
            <ac:chgData name="Callie HAO" userId="3585240736_tp_dropbox_plus" providerId="OAuth2" clId="{B2AEB441-B91F-4678-B823-FC2211693155}" dt="2026-02-12T12:43:32.712" v="1" actId="14100"/>
            <ac:spMkLst>
              <pc:docMk/>
              <pc:sldMasterMk cId="3184660265" sldId="2147483680"/>
              <pc:sldLayoutMk cId="4239270474" sldId="2147483682"/>
              <ac:spMk id="16" creationId="{17831D84-8318-4BE3-8B04-5B15FD0019F3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641391-8555-475C-B8C1-F7E058C9C9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5A0B5B-C42C-4503-82B0-B5E9C32BAC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F373F-E9CD-4F15-B047-E0FA24F48B5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0EC6C-20BF-4515-BE00-23FDCC24CE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A46FE-B11C-452A-9BAF-121B73B341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C416F-D90F-4504-B7D2-9B16EDED3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318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895E8-E1CA-4443-920E-E538D278103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70C58A-EE4C-492A-80BB-EEBA0CC03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432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EA9B7-6196-45B5-909A-E38654385A00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862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92739"/>
            <a:ext cx="9144000" cy="1763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E0B29-1DCB-4D69-A6F7-C287AD1AA2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454" y="432661"/>
            <a:ext cx="6137077" cy="72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4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9501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17581" y="6489389"/>
            <a:ext cx="711737" cy="300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56A96-ABC2-47C1-9989-9660D00AE332}"/>
              </a:ext>
            </a:extLst>
          </p:cNvPr>
          <p:cNvSpPr/>
          <p:nvPr userDrawn="1"/>
        </p:nvSpPr>
        <p:spPr>
          <a:xfrm flipV="1">
            <a:off x="0" y="6437928"/>
            <a:ext cx="12192000" cy="4571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F593F-2F59-4FB9-B28E-7E3028D30F5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45" y="258469"/>
            <a:ext cx="11322539" cy="6244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8" descr="Nebo Leverages Geo-targeting for Georgia Tech">
            <a:extLst>
              <a:ext uri="{FF2B5EF4-FFF2-40B4-BE49-F238E27FC236}">
                <a16:creationId xmlns:a16="http://schemas.microsoft.com/office/drawing/2014/main" id="{AE511F9F-17DC-43F4-B6F0-B8D643FCD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8F84CF5-63C1-475F-B006-D6DCB1C29CF7}"/>
              </a:ext>
            </a:extLst>
          </p:cNvPr>
          <p:cNvSpPr txBox="1">
            <a:spLocks/>
          </p:cNvSpPr>
          <p:nvPr/>
        </p:nvSpPr>
        <p:spPr>
          <a:xfrm>
            <a:off x="1473230" y="6491970"/>
            <a:ext cx="4838793" cy="297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sz="1400" dirty="0">
                <a:latin typeface="Aptos" panose="020B0004020202020204" pitchFamily="34" charset="0"/>
              </a:rPr>
              <a:t>Callie Hao | Sharc-lab @ Georgia Institute of Technology</a:t>
            </a:r>
            <a:endParaRPr lang="en-US" sz="1400" dirty="0">
              <a:latin typeface="Aptos" panose="020B0004020202020204" pitchFamily="34" charset="0"/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4962942D-35AC-4097-AC85-DA74563693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39" y="6533945"/>
            <a:ext cx="263811" cy="2134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831D84-8318-4BE3-8B04-5B15FD0019F3}"/>
              </a:ext>
            </a:extLst>
          </p:cNvPr>
          <p:cNvSpPr txBox="1"/>
          <p:nvPr userDrawn="1"/>
        </p:nvSpPr>
        <p:spPr>
          <a:xfrm>
            <a:off x="7129712" y="6491970"/>
            <a:ext cx="3134583" cy="3077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lvl="0"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>
                <a:latin typeface="Aptos" panose="020B0004020202020204" pitchFamily="34" charset="0"/>
              </a:rPr>
              <a:t>https://sharclab.ece.gatech.edu/ </a:t>
            </a:r>
            <a:endParaRPr lang="en-US" dirty="0">
              <a:latin typeface="Aptos" panose="020B0004020202020204" pitchFamily="34" charset="0"/>
            </a:endParaRPr>
          </a:p>
        </p:txBody>
      </p:sp>
      <p:grpSp>
        <p:nvGrpSpPr>
          <p:cNvPr id="9" name="Graphic 4" descr="Home with solid fill">
            <a:extLst>
              <a:ext uri="{FF2B5EF4-FFF2-40B4-BE49-F238E27FC236}">
                <a16:creationId xmlns:a16="http://schemas.microsoft.com/office/drawing/2014/main" id="{41266146-5008-4BAD-BC20-9A9239612ACF}"/>
              </a:ext>
            </a:extLst>
          </p:cNvPr>
          <p:cNvGrpSpPr/>
          <p:nvPr/>
        </p:nvGrpSpPr>
        <p:grpSpPr>
          <a:xfrm>
            <a:off x="6902117" y="6502643"/>
            <a:ext cx="280738" cy="280738"/>
            <a:chOff x="6902117" y="6502643"/>
            <a:chExt cx="280738" cy="28073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244A24-ECF9-48BB-BBE0-8C4C14F27B46}"/>
                </a:ext>
              </a:extLst>
            </p:cNvPr>
            <p:cNvSpPr/>
            <p:nvPr/>
          </p:nvSpPr>
          <p:spPr>
            <a:xfrm>
              <a:off x="6919663" y="6537735"/>
              <a:ext cx="245645" cy="128086"/>
            </a:xfrm>
            <a:custGeom>
              <a:avLst/>
              <a:gdLst>
                <a:gd name="connsiteX0" fmla="*/ 122823 w 245645"/>
                <a:gd name="connsiteY0" fmla="*/ 0 h 128086"/>
                <a:gd name="connsiteX1" fmla="*/ 122823 w 245645"/>
                <a:gd name="connsiteY1" fmla="*/ 0 h 128086"/>
                <a:gd name="connsiteX2" fmla="*/ 0 w 245645"/>
                <a:gd name="connsiteY2" fmla="*/ 116974 h 128086"/>
                <a:gd name="connsiteX3" fmla="*/ 13160 w 245645"/>
                <a:gd name="connsiteY3" fmla="*/ 128087 h 128086"/>
                <a:gd name="connsiteX4" fmla="*/ 122823 w 245645"/>
                <a:gd name="connsiteY4" fmla="*/ 23980 h 128086"/>
                <a:gd name="connsiteX5" fmla="*/ 122823 w 245645"/>
                <a:gd name="connsiteY5" fmla="*/ 23980 h 128086"/>
                <a:gd name="connsiteX6" fmla="*/ 232486 w 245645"/>
                <a:gd name="connsiteY6" fmla="*/ 128087 h 128086"/>
                <a:gd name="connsiteX7" fmla="*/ 245646 w 245645"/>
                <a:gd name="connsiteY7" fmla="*/ 116974 h 12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5645" h="128086">
                  <a:moveTo>
                    <a:pt x="122823" y="0"/>
                  </a:moveTo>
                  <a:lnTo>
                    <a:pt x="122823" y="0"/>
                  </a:lnTo>
                  <a:lnTo>
                    <a:pt x="0" y="116974"/>
                  </a:lnTo>
                  <a:lnTo>
                    <a:pt x="13160" y="128087"/>
                  </a:lnTo>
                  <a:lnTo>
                    <a:pt x="122823" y="23980"/>
                  </a:lnTo>
                  <a:lnTo>
                    <a:pt x="122823" y="23980"/>
                  </a:lnTo>
                  <a:lnTo>
                    <a:pt x="232486" y="128087"/>
                  </a:lnTo>
                  <a:lnTo>
                    <a:pt x="245646" y="116974"/>
                  </a:lnTo>
                  <a:close/>
                </a:path>
              </a:pathLst>
            </a:custGeom>
            <a:solidFill>
              <a:srgbClr val="007AFF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FFD2581-72A8-4C49-A0C7-F8F57202219A}"/>
                </a:ext>
              </a:extLst>
            </p:cNvPr>
            <p:cNvSpPr/>
            <p:nvPr/>
          </p:nvSpPr>
          <p:spPr>
            <a:xfrm>
              <a:off x="6954755" y="6578091"/>
              <a:ext cx="175461" cy="170197"/>
            </a:xfrm>
            <a:custGeom>
              <a:avLst/>
              <a:gdLst>
                <a:gd name="connsiteX0" fmla="*/ 0 w 175461"/>
                <a:gd name="connsiteY0" fmla="*/ 83344 h 170197"/>
                <a:gd name="connsiteX1" fmla="*/ 0 w 175461"/>
                <a:gd name="connsiteY1" fmla="*/ 170197 h 170197"/>
                <a:gd name="connsiteX2" fmla="*/ 70185 w 175461"/>
                <a:gd name="connsiteY2" fmla="*/ 170197 h 170197"/>
                <a:gd name="connsiteX3" fmla="*/ 70185 w 175461"/>
                <a:gd name="connsiteY3" fmla="*/ 97089 h 170197"/>
                <a:gd name="connsiteX4" fmla="*/ 105277 w 175461"/>
                <a:gd name="connsiteY4" fmla="*/ 97089 h 170197"/>
                <a:gd name="connsiteX5" fmla="*/ 105277 w 175461"/>
                <a:gd name="connsiteY5" fmla="*/ 170197 h 170197"/>
                <a:gd name="connsiteX6" fmla="*/ 175461 w 175461"/>
                <a:gd name="connsiteY6" fmla="*/ 170197 h 170197"/>
                <a:gd name="connsiteX7" fmla="*/ 175461 w 175461"/>
                <a:gd name="connsiteY7" fmla="*/ 83344 h 170197"/>
                <a:gd name="connsiteX8" fmla="*/ 87731 w 175461"/>
                <a:gd name="connsiteY8" fmla="*/ 0 h 170197"/>
                <a:gd name="connsiteX9" fmla="*/ 0 w 175461"/>
                <a:gd name="connsiteY9" fmla="*/ 83344 h 1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461" h="170197">
                  <a:moveTo>
                    <a:pt x="0" y="83344"/>
                  </a:moveTo>
                  <a:lnTo>
                    <a:pt x="0" y="170197"/>
                  </a:lnTo>
                  <a:lnTo>
                    <a:pt x="70185" y="170197"/>
                  </a:lnTo>
                  <a:lnTo>
                    <a:pt x="70185" y="97089"/>
                  </a:lnTo>
                  <a:lnTo>
                    <a:pt x="105277" y="97089"/>
                  </a:lnTo>
                  <a:lnTo>
                    <a:pt x="105277" y="170197"/>
                  </a:lnTo>
                  <a:lnTo>
                    <a:pt x="175461" y="170197"/>
                  </a:lnTo>
                  <a:lnTo>
                    <a:pt x="175461" y="83344"/>
                  </a:lnTo>
                  <a:lnTo>
                    <a:pt x="87731" y="0"/>
                  </a:lnTo>
                  <a:lnTo>
                    <a:pt x="0" y="83344"/>
                  </a:lnTo>
                  <a:close/>
                </a:path>
              </a:pathLst>
            </a:custGeom>
            <a:solidFill>
              <a:srgbClr val="FFB602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9270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79523" y="636661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23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7EE9D9-49A7-AE42-84D1-352EBEE40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5684" y="1149178"/>
            <a:ext cx="6795912" cy="264389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4800"/>
              </a:lnSpc>
              <a:defRPr sz="4200" b="1" i="0" cap="none" spc="0" baseline="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5682" y="3793068"/>
            <a:ext cx="6795913" cy="16848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ts val="3600"/>
              </a:lnSpc>
              <a:buNone/>
              <a:defRPr sz="1800" b="0" cap="none" spc="0" baseline="0">
                <a:solidFill>
                  <a:srgbClr val="8574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75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ay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F7A4AC-88DB-41C5-AE00-5E2A8C4D667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592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EA9B7-6196-45B5-909A-E38654385A00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5251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92739"/>
            <a:ext cx="9144000" cy="1763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E0B29-1DCB-4D69-A6F7-C287AD1AA2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454" y="432661"/>
            <a:ext cx="6137077" cy="72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50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9501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17581" y="6489389"/>
            <a:ext cx="711737" cy="300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56A96-ABC2-47C1-9989-9660D00AE332}"/>
              </a:ext>
            </a:extLst>
          </p:cNvPr>
          <p:cNvSpPr/>
          <p:nvPr userDrawn="1"/>
        </p:nvSpPr>
        <p:spPr>
          <a:xfrm flipV="1">
            <a:off x="0" y="6437928"/>
            <a:ext cx="12192000" cy="4571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F593F-2F59-4FB9-B28E-7E3028D30F5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45" y="258469"/>
            <a:ext cx="11322539" cy="6244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8" descr="Nebo Leverages Geo-targeting for Georgia Tech">
            <a:extLst>
              <a:ext uri="{FF2B5EF4-FFF2-40B4-BE49-F238E27FC236}">
                <a16:creationId xmlns:a16="http://schemas.microsoft.com/office/drawing/2014/main" id="{AE511F9F-17DC-43F4-B6F0-B8D643FCD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8F84CF5-63C1-475F-B006-D6DCB1C29CF7}"/>
              </a:ext>
            </a:extLst>
          </p:cNvPr>
          <p:cNvSpPr txBox="1">
            <a:spLocks/>
          </p:cNvSpPr>
          <p:nvPr/>
        </p:nvSpPr>
        <p:spPr>
          <a:xfrm>
            <a:off x="1473230" y="6491970"/>
            <a:ext cx="4626781" cy="297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sz="1400" dirty="0">
                <a:latin typeface="Aptos" panose="020B0004020202020204" pitchFamily="34" charset="0"/>
              </a:rPr>
              <a:t>Callie Hao | Sharc-lab @ Georgia Institute of Technology</a:t>
            </a:r>
            <a:endParaRPr lang="en-US" sz="1400" dirty="0">
              <a:latin typeface="Aptos" panose="020B0004020202020204" pitchFamily="34" charset="0"/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4962942D-35AC-4097-AC85-DA74563693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39" y="6533945"/>
            <a:ext cx="263811" cy="2134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831D84-8318-4BE3-8B04-5B15FD0019F3}"/>
              </a:ext>
            </a:extLst>
          </p:cNvPr>
          <p:cNvSpPr txBox="1"/>
          <p:nvPr userDrawn="1"/>
        </p:nvSpPr>
        <p:spPr>
          <a:xfrm>
            <a:off x="7129713" y="6491970"/>
            <a:ext cx="2862514" cy="3077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lvl="0"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>
                <a:latin typeface="Aptos" panose="020B0004020202020204" pitchFamily="34" charset="0"/>
              </a:rPr>
              <a:t>https://sharclab.ece.gatech.edu/ </a:t>
            </a:r>
            <a:endParaRPr lang="en-US" dirty="0">
              <a:latin typeface="Aptos" panose="020B0004020202020204" pitchFamily="34" charset="0"/>
            </a:endParaRPr>
          </a:p>
        </p:txBody>
      </p:sp>
      <p:grpSp>
        <p:nvGrpSpPr>
          <p:cNvPr id="9" name="Graphic 4" descr="Home with solid fill">
            <a:extLst>
              <a:ext uri="{FF2B5EF4-FFF2-40B4-BE49-F238E27FC236}">
                <a16:creationId xmlns:a16="http://schemas.microsoft.com/office/drawing/2014/main" id="{41266146-5008-4BAD-BC20-9A9239612ACF}"/>
              </a:ext>
            </a:extLst>
          </p:cNvPr>
          <p:cNvGrpSpPr/>
          <p:nvPr/>
        </p:nvGrpSpPr>
        <p:grpSpPr>
          <a:xfrm>
            <a:off x="6902117" y="6502643"/>
            <a:ext cx="280738" cy="280738"/>
            <a:chOff x="6902117" y="6502643"/>
            <a:chExt cx="280738" cy="28073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244A24-ECF9-48BB-BBE0-8C4C14F27B46}"/>
                </a:ext>
              </a:extLst>
            </p:cNvPr>
            <p:cNvSpPr/>
            <p:nvPr/>
          </p:nvSpPr>
          <p:spPr>
            <a:xfrm>
              <a:off x="6919663" y="6537735"/>
              <a:ext cx="245645" cy="128086"/>
            </a:xfrm>
            <a:custGeom>
              <a:avLst/>
              <a:gdLst>
                <a:gd name="connsiteX0" fmla="*/ 122823 w 245645"/>
                <a:gd name="connsiteY0" fmla="*/ 0 h 128086"/>
                <a:gd name="connsiteX1" fmla="*/ 122823 w 245645"/>
                <a:gd name="connsiteY1" fmla="*/ 0 h 128086"/>
                <a:gd name="connsiteX2" fmla="*/ 0 w 245645"/>
                <a:gd name="connsiteY2" fmla="*/ 116974 h 128086"/>
                <a:gd name="connsiteX3" fmla="*/ 13160 w 245645"/>
                <a:gd name="connsiteY3" fmla="*/ 128087 h 128086"/>
                <a:gd name="connsiteX4" fmla="*/ 122823 w 245645"/>
                <a:gd name="connsiteY4" fmla="*/ 23980 h 128086"/>
                <a:gd name="connsiteX5" fmla="*/ 122823 w 245645"/>
                <a:gd name="connsiteY5" fmla="*/ 23980 h 128086"/>
                <a:gd name="connsiteX6" fmla="*/ 232486 w 245645"/>
                <a:gd name="connsiteY6" fmla="*/ 128087 h 128086"/>
                <a:gd name="connsiteX7" fmla="*/ 245646 w 245645"/>
                <a:gd name="connsiteY7" fmla="*/ 116974 h 12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5645" h="128086">
                  <a:moveTo>
                    <a:pt x="122823" y="0"/>
                  </a:moveTo>
                  <a:lnTo>
                    <a:pt x="122823" y="0"/>
                  </a:lnTo>
                  <a:lnTo>
                    <a:pt x="0" y="116974"/>
                  </a:lnTo>
                  <a:lnTo>
                    <a:pt x="13160" y="128087"/>
                  </a:lnTo>
                  <a:lnTo>
                    <a:pt x="122823" y="23980"/>
                  </a:lnTo>
                  <a:lnTo>
                    <a:pt x="122823" y="23980"/>
                  </a:lnTo>
                  <a:lnTo>
                    <a:pt x="232486" y="128087"/>
                  </a:lnTo>
                  <a:lnTo>
                    <a:pt x="245646" y="116974"/>
                  </a:lnTo>
                  <a:close/>
                </a:path>
              </a:pathLst>
            </a:custGeom>
            <a:solidFill>
              <a:srgbClr val="007AFF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FFD2581-72A8-4C49-A0C7-F8F57202219A}"/>
                </a:ext>
              </a:extLst>
            </p:cNvPr>
            <p:cNvSpPr/>
            <p:nvPr/>
          </p:nvSpPr>
          <p:spPr>
            <a:xfrm>
              <a:off x="6954755" y="6578091"/>
              <a:ext cx="175461" cy="170197"/>
            </a:xfrm>
            <a:custGeom>
              <a:avLst/>
              <a:gdLst>
                <a:gd name="connsiteX0" fmla="*/ 0 w 175461"/>
                <a:gd name="connsiteY0" fmla="*/ 83344 h 170197"/>
                <a:gd name="connsiteX1" fmla="*/ 0 w 175461"/>
                <a:gd name="connsiteY1" fmla="*/ 170197 h 170197"/>
                <a:gd name="connsiteX2" fmla="*/ 70185 w 175461"/>
                <a:gd name="connsiteY2" fmla="*/ 170197 h 170197"/>
                <a:gd name="connsiteX3" fmla="*/ 70185 w 175461"/>
                <a:gd name="connsiteY3" fmla="*/ 97089 h 170197"/>
                <a:gd name="connsiteX4" fmla="*/ 105277 w 175461"/>
                <a:gd name="connsiteY4" fmla="*/ 97089 h 170197"/>
                <a:gd name="connsiteX5" fmla="*/ 105277 w 175461"/>
                <a:gd name="connsiteY5" fmla="*/ 170197 h 170197"/>
                <a:gd name="connsiteX6" fmla="*/ 175461 w 175461"/>
                <a:gd name="connsiteY6" fmla="*/ 170197 h 170197"/>
                <a:gd name="connsiteX7" fmla="*/ 175461 w 175461"/>
                <a:gd name="connsiteY7" fmla="*/ 83344 h 170197"/>
                <a:gd name="connsiteX8" fmla="*/ 87731 w 175461"/>
                <a:gd name="connsiteY8" fmla="*/ 0 h 170197"/>
                <a:gd name="connsiteX9" fmla="*/ 0 w 175461"/>
                <a:gd name="connsiteY9" fmla="*/ 83344 h 1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461" h="170197">
                  <a:moveTo>
                    <a:pt x="0" y="83344"/>
                  </a:moveTo>
                  <a:lnTo>
                    <a:pt x="0" y="170197"/>
                  </a:lnTo>
                  <a:lnTo>
                    <a:pt x="70185" y="170197"/>
                  </a:lnTo>
                  <a:lnTo>
                    <a:pt x="70185" y="97089"/>
                  </a:lnTo>
                  <a:lnTo>
                    <a:pt x="105277" y="97089"/>
                  </a:lnTo>
                  <a:lnTo>
                    <a:pt x="105277" y="170197"/>
                  </a:lnTo>
                  <a:lnTo>
                    <a:pt x="175461" y="170197"/>
                  </a:lnTo>
                  <a:lnTo>
                    <a:pt x="175461" y="83344"/>
                  </a:lnTo>
                  <a:lnTo>
                    <a:pt x="87731" y="0"/>
                  </a:lnTo>
                  <a:lnTo>
                    <a:pt x="0" y="83344"/>
                  </a:lnTo>
                  <a:close/>
                </a:path>
              </a:pathLst>
            </a:custGeom>
            <a:solidFill>
              <a:srgbClr val="FFB602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613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79523" y="636661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11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185" y="273540"/>
            <a:ext cx="11322539" cy="797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185" y="1344856"/>
            <a:ext cx="11322539" cy="483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8466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1" r:id="rId2"/>
    <p:sldLayoutId id="2147483682" r:id="rId3"/>
    <p:sldLayoutId id="2147483684" r:id="rId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400041" indent="-400041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1pPr>
      <a:lvl2pPr marL="857229" indent="-400041" algn="l" defTabSz="914377" rtl="0" eaLnBrk="1" latinLnBrk="0" hangingPunct="1">
        <a:lnSpc>
          <a:spcPct val="90000"/>
        </a:lnSpc>
        <a:spcBef>
          <a:spcPts val="500"/>
        </a:spcBef>
        <a:buSzPct val="80000"/>
        <a:buFont typeface="Courier New" panose="02070309020205020404" pitchFamily="49" charset="0"/>
        <a:buChar char="o"/>
        <a:defRPr sz="320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2pPr>
      <a:lvl3pPr marL="1142971" indent="-285744" algn="l" defTabSz="914377" rtl="0" eaLnBrk="1" latinLnBrk="0" hangingPunct="1">
        <a:lnSpc>
          <a:spcPct val="90000"/>
        </a:lnSpc>
        <a:spcBef>
          <a:spcPts val="500"/>
        </a:spcBef>
        <a:buFont typeface="Corbel" panose="020B0503020204020204" pitchFamily="34" charset="0"/>
        <a:buChar char="‐"/>
        <a:defRPr sz="280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2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99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txStyles>
    <p:titleStyle>
      <a:lvl1pPr algn="l" defTabSz="342900" rtl="0" eaLnBrk="1" latinLnBrk="0" hangingPunct="1">
        <a:spcBef>
          <a:spcPct val="0"/>
        </a:spcBef>
        <a:buNone/>
        <a:defRPr sz="3600" b="1" kern="1200">
          <a:solidFill>
            <a:srgbClr val="857437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185" y="273540"/>
            <a:ext cx="11322539" cy="797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185" y="1344856"/>
            <a:ext cx="11322539" cy="483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2231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400041" indent="-400041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1pPr>
      <a:lvl2pPr marL="857229" indent="-400041" algn="l" defTabSz="914377" rtl="0" eaLnBrk="1" latinLnBrk="0" hangingPunct="1">
        <a:lnSpc>
          <a:spcPct val="90000"/>
        </a:lnSpc>
        <a:spcBef>
          <a:spcPts val="500"/>
        </a:spcBef>
        <a:buSzPct val="80000"/>
        <a:buFont typeface="Courier New" panose="02070309020205020404" pitchFamily="49" charset="0"/>
        <a:buChar char="o"/>
        <a:defRPr sz="320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2pPr>
      <a:lvl3pPr marL="1142971" indent="-285744" algn="l" defTabSz="914377" rtl="0" eaLnBrk="1" latinLnBrk="0" hangingPunct="1">
        <a:lnSpc>
          <a:spcPct val="90000"/>
        </a:lnSpc>
        <a:spcBef>
          <a:spcPts val="500"/>
        </a:spcBef>
        <a:buFont typeface="Corbel" panose="020B0503020204020204" pitchFamily="34" charset="0"/>
        <a:buChar char="‐"/>
        <a:defRPr sz="280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2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harclab.ece.gatech.edu/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md.com/r/2024.1-English/ug1399-vitis-hls/HLS-Task-Library" TargetMode="External"/><Relationship Id="rId2" Type="http://schemas.openxmlformats.org/officeDocument/2006/relationships/hyperlink" Target="https://github.com/Xilinx/Vitis-HLS-Introductory-Examples/tree/master/Task_level_Parallelism/Data_driven/simple_data_driven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xilinx.com/developer/articles/task-level-parallelism-and-pipelining-in-hls.html" TargetMode="External"/><Relationship Id="rId4" Type="http://schemas.openxmlformats.org/officeDocument/2006/relationships/hyperlink" Target="https://docs.amd.com/r/2024.1-English/ug1399-vitis-hls/pragma-HLS-dataflow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4.svg"/><Relationship Id="rId7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1C0E152D-35C2-4F32-A32D-97EC02695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776" y="893968"/>
            <a:ext cx="9227819" cy="26223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Task Level Parallelism (TLP)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Dataflow and </a:t>
            </a:r>
            <a:r>
              <a:rPr lang="en-US" altLang="zh-CN" dirty="0" err="1">
                <a:solidFill>
                  <a:schemeClr val="tx1"/>
                </a:solidFill>
              </a:rPr>
              <a:t>hls</a:t>
            </a:r>
            <a:r>
              <a:rPr lang="en-US" altLang="zh-CN" dirty="0">
                <a:solidFill>
                  <a:schemeClr val="tx1"/>
                </a:solidFill>
              </a:rPr>
              <a:t>::task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EDFFF0-6A6F-4CC4-8579-B1384C3526CF}"/>
              </a:ext>
            </a:extLst>
          </p:cNvPr>
          <p:cNvSpPr txBox="1">
            <a:spLocks/>
          </p:cNvSpPr>
          <p:nvPr/>
        </p:nvSpPr>
        <p:spPr>
          <a:xfrm>
            <a:off x="974757" y="4034418"/>
            <a:ext cx="10506075" cy="21678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chemeClr val="tx1"/>
                </a:solidFill>
                <a:latin typeface="Aptos" panose="020B0004020202020204" pitchFamily="34" charset="0"/>
              </a:rPr>
              <a:t>Cong (Callie) Hao</a:t>
            </a: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" panose="020B0004020202020204" pitchFamily="34" charset="0"/>
              </a:rPr>
              <a:t>callie.hao@ece.gatech.edu</a:t>
            </a:r>
          </a:p>
          <a:p>
            <a:pPr>
              <a:lnSpc>
                <a:spcPct val="100000"/>
              </a:lnSpc>
            </a:pPr>
            <a:endParaRPr lang="en-US" sz="2000" b="0" i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" panose="020B0004020202020204" pitchFamily="34" charset="0"/>
              </a:rPr>
              <a:t>Assistant Professor</a:t>
            </a: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" panose="020B0004020202020204" pitchFamily="34" charset="0"/>
              </a:rPr>
              <a:t>ECE, Georgia Institute of 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0C7B1-AED8-4D62-8EAD-3DA9B749CA7E}"/>
              </a:ext>
            </a:extLst>
          </p:cNvPr>
          <p:cNvSpPr txBox="1"/>
          <p:nvPr/>
        </p:nvSpPr>
        <p:spPr>
          <a:xfrm>
            <a:off x="1731995" y="6026767"/>
            <a:ext cx="899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000" i="1" dirty="0">
                <a:latin typeface="Aptos" panose="020B0004020202020204" pitchFamily="34" charset="0"/>
              </a:rPr>
              <a:t>Sharc-lab @ Georgia Tech </a:t>
            </a:r>
            <a:r>
              <a:rPr lang="en-US" sz="2000" i="1" dirty="0">
                <a:latin typeface="Aptos" panose="020B0004020202020204" pitchFamily="34" charset="0"/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https://sharclab.ece.gatech.edu/</a:t>
            </a:r>
            <a:endParaRPr lang="en-US" sz="2000" i="1" dirty="0">
              <a:latin typeface="Aptos" panose="020B00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BAFE04B-D743-4EE0-A84E-D7456AFC3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5333151"/>
            <a:ext cx="1430519" cy="115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497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8FBE59-FA82-4F34-971D-B008874B7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0026403" cy="506015"/>
          </a:xfrm>
        </p:spPr>
        <p:txBody>
          <a:bodyPr/>
          <a:lstStyle/>
          <a:p>
            <a:r>
              <a:rPr lang="en-US" dirty="0"/>
              <a:t>Where does performance gain come from?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2CFFCE-4E89-4606-A456-FC69E24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2DDF1F-35A6-4929-ACCD-ACF1080AA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Hardware Design </a:t>
            </a:r>
            <a:r>
              <a:rPr lang="en-US" altLang="zh-CN" dirty="0"/>
              <a:t>with HLS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385DC-8486-BB19-20BB-6849E71DAF5B}"/>
              </a:ext>
            </a:extLst>
          </p:cNvPr>
          <p:cNvSpPr txBox="1"/>
          <p:nvPr/>
        </p:nvSpPr>
        <p:spPr>
          <a:xfrm>
            <a:off x="1785158" y="2050372"/>
            <a:ext cx="2168992" cy="461665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Specialization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93CC87-6E10-822B-0F5C-692C7FF60C11}"/>
              </a:ext>
            </a:extLst>
          </p:cNvPr>
          <p:cNvSpPr txBox="1"/>
          <p:nvPr/>
        </p:nvSpPr>
        <p:spPr>
          <a:xfrm>
            <a:off x="7795767" y="2050372"/>
            <a:ext cx="2187074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Parallelization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01F04E-AC18-B9ED-69A0-62B7E9E9B59E}"/>
              </a:ext>
            </a:extLst>
          </p:cNvPr>
          <p:cNvSpPr txBox="1"/>
          <p:nvPr/>
        </p:nvSpPr>
        <p:spPr>
          <a:xfrm>
            <a:off x="765516" y="3004478"/>
            <a:ext cx="5330484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Data-type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Arbitrary fixed-point precision, customized floating-point precision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Memory and data movement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Customized data storage in banks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Customized data loading and feeding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Computation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How do you schedule the computations?</a:t>
            </a: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Order, granularity, etc.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5858A-30BF-F09F-1380-1BD405336A7D}"/>
              </a:ext>
            </a:extLst>
          </p:cNvPr>
          <p:cNvSpPr txBox="1"/>
          <p:nvPr/>
        </p:nvSpPr>
        <p:spPr>
          <a:xfrm>
            <a:off x="6346022" y="3004478"/>
            <a:ext cx="548329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Operation level parallelism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Multiple operations or instructions executed simultaneously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Mostly about loop manipulation and data partitioning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Task level parallelism (TLP)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Dataflow and streaming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Overlapped compute and data movement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pic>
        <p:nvPicPr>
          <p:cNvPr id="17" name="Graphic 16" descr="Badge Follow with solid fill">
            <a:extLst>
              <a:ext uri="{FF2B5EF4-FFF2-40B4-BE49-F238E27FC236}">
                <a16:creationId xmlns:a16="http://schemas.microsoft.com/office/drawing/2014/main" id="{FAEB518F-14AF-4A3C-196A-AD425BDB8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4216" y="1824004"/>
            <a:ext cx="914400" cy="91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2BC5E8-246E-8F06-B956-C39CED766CE2}"/>
              </a:ext>
            </a:extLst>
          </p:cNvPr>
          <p:cNvSpPr/>
          <p:nvPr/>
        </p:nvSpPr>
        <p:spPr>
          <a:xfrm>
            <a:off x="6346021" y="3004477"/>
            <a:ext cx="5276859" cy="1629143"/>
          </a:xfrm>
          <a:custGeom>
            <a:avLst/>
            <a:gdLst>
              <a:gd name="csX0" fmla="*/ 0 w 5276859"/>
              <a:gd name="csY0" fmla="*/ 0 h 1629143"/>
              <a:gd name="csX1" fmla="*/ 639086 w 5276859"/>
              <a:gd name="csY1" fmla="*/ 0 h 1629143"/>
              <a:gd name="csX2" fmla="*/ 1278173 w 5276859"/>
              <a:gd name="csY2" fmla="*/ 0 h 1629143"/>
              <a:gd name="csX3" fmla="*/ 1706184 w 5276859"/>
              <a:gd name="csY3" fmla="*/ 0 h 1629143"/>
              <a:gd name="csX4" fmla="*/ 2345271 w 5276859"/>
              <a:gd name="csY4" fmla="*/ 0 h 1629143"/>
              <a:gd name="csX5" fmla="*/ 2984357 w 5276859"/>
              <a:gd name="csY5" fmla="*/ 0 h 1629143"/>
              <a:gd name="csX6" fmla="*/ 3623443 w 5276859"/>
              <a:gd name="csY6" fmla="*/ 0 h 1629143"/>
              <a:gd name="csX7" fmla="*/ 4104224 w 5276859"/>
              <a:gd name="csY7" fmla="*/ 0 h 1629143"/>
              <a:gd name="csX8" fmla="*/ 4743310 w 5276859"/>
              <a:gd name="csY8" fmla="*/ 0 h 1629143"/>
              <a:gd name="csX9" fmla="*/ 5276859 w 5276859"/>
              <a:gd name="csY9" fmla="*/ 0 h 1629143"/>
              <a:gd name="csX10" fmla="*/ 5276859 w 5276859"/>
              <a:gd name="csY10" fmla="*/ 526756 h 1629143"/>
              <a:gd name="csX11" fmla="*/ 5276859 w 5276859"/>
              <a:gd name="csY11" fmla="*/ 1053512 h 1629143"/>
              <a:gd name="csX12" fmla="*/ 5276859 w 5276859"/>
              <a:gd name="csY12" fmla="*/ 1629143 h 1629143"/>
              <a:gd name="csX13" fmla="*/ 4796079 w 5276859"/>
              <a:gd name="csY13" fmla="*/ 1629143 h 1629143"/>
              <a:gd name="csX14" fmla="*/ 4104224 w 5276859"/>
              <a:gd name="csY14" fmla="*/ 1629143 h 1629143"/>
              <a:gd name="csX15" fmla="*/ 3412369 w 5276859"/>
              <a:gd name="csY15" fmla="*/ 1629143 h 1629143"/>
              <a:gd name="csX16" fmla="*/ 2984357 w 5276859"/>
              <a:gd name="csY16" fmla="*/ 1629143 h 1629143"/>
              <a:gd name="csX17" fmla="*/ 2503576 w 5276859"/>
              <a:gd name="csY17" fmla="*/ 1629143 h 1629143"/>
              <a:gd name="csX18" fmla="*/ 1864490 w 5276859"/>
              <a:gd name="csY18" fmla="*/ 1629143 h 1629143"/>
              <a:gd name="csX19" fmla="*/ 1225404 w 5276859"/>
              <a:gd name="csY19" fmla="*/ 1629143 h 1629143"/>
              <a:gd name="csX20" fmla="*/ 797392 w 5276859"/>
              <a:gd name="csY20" fmla="*/ 1629143 h 1629143"/>
              <a:gd name="csX21" fmla="*/ 0 w 5276859"/>
              <a:gd name="csY21" fmla="*/ 1629143 h 1629143"/>
              <a:gd name="csX22" fmla="*/ 0 w 5276859"/>
              <a:gd name="csY22" fmla="*/ 1053512 h 1629143"/>
              <a:gd name="csX23" fmla="*/ 0 w 5276859"/>
              <a:gd name="csY23" fmla="*/ 494173 h 1629143"/>
              <a:gd name="csX24" fmla="*/ 0 w 5276859"/>
              <a:gd name="csY24" fmla="*/ 0 h 1629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276859" h="1629143" extrusionOk="0">
                <a:moveTo>
                  <a:pt x="0" y="0"/>
                </a:moveTo>
                <a:cubicBezTo>
                  <a:pt x="285188" y="-36529"/>
                  <a:pt x="441596" y="4313"/>
                  <a:pt x="639086" y="0"/>
                </a:cubicBezTo>
                <a:cubicBezTo>
                  <a:pt x="836576" y="-4313"/>
                  <a:pt x="1072583" y="11942"/>
                  <a:pt x="1278173" y="0"/>
                </a:cubicBezTo>
                <a:cubicBezTo>
                  <a:pt x="1483763" y="-11942"/>
                  <a:pt x="1593048" y="11789"/>
                  <a:pt x="1706184" y="0"/>
                </a:cubicBezTo>
                <a:cubicBezTo>
                  <a:pt x="1819320" y="-11789"/>
                  <a:pt x="2081206" y="74295"/>
                  <a:pt x="2345271" y="0"/>
                </a:cubicBezTo>
                <a:cubicBezTo>
                  <a:pt x="2609336" y="-74295"/>
                  <a:pt x="2793826" y="73496"/>
                  <a:pt x="2984357" y="0"/>
                </a:cubicBezTo>
                <a:cubicBezTo>
                  <a:pt x="3174888" y="-73496"/>
                  <a:pt x="3453975" y="27118"/>
                  <a:pt x="3623443" y="0"/>
                </a:cubicBezTo>
                <a:cubicBezTo>
                  <a:pt x="3792911" y="-27118"/>
                  <a:pt x="3975503" y="43984"/>
                  <a:pt x="4104224" y="0"/>
                </a:cubicBezTo>
                <a:cubicBezTo>
                  <a:pt x="4232945" y="-43984"/>
                  <a:pt x="4454580" y="14478"/>
                  <a:pt x="4743310" y="0"/>
                </a:cubicBezTo>
                <a:cubicBezTo>
                  <a:pt x="5032040" y="-14478"/>
                  <a:pt x="5109873" y="4696"/>
                  <a:pt x="5276859" y="0"/>
                </a:cubicBezTo>
                <a:cubicBezTo>
                  <a:pt x="5299136" y="244299"/>
                  <a:pt x="5218879" y="286944"/>
                  <a:pt x="5276859" y="526756"/>
                </a:cubicBezTo>
                <a:cubicBezTo>
                  <a:pt x="5334839" y="766568"/>
                  <a:pt x="5216173" y="866987"/>
                  <a:pt x="5276859" y="1053512"/>
                </a:cubicBezTo>
                <a:cubicBezTo>
                  <a:pt x="5337545" y="1240037"/>
                  <a:pt x="5232051" y="1507858"/>
                  <a:pt x="5276859" y="1629143"/>
                </a:cubicBezTo>
                <a:cubicBezTo>
                  <a:pt x="5068321" y="1657161"/>
                  <a:pt x="4995408" y="1602431"/>
                  <a:pt x="4796079" y="1629143"/>
                </a:cubicBezTo>
                <a:cubicBezTo>
                  <a:pt x="4596750" y="1655855"/>
                  <a:pt x="4342977" y="1594913"/>
                  <a:pt x="4104224" y="1629143"/>
                </a:cubicBezTo>
                <a:cubicBezTo>
                  <a:pt x="3865472" y="1663373"/>
                  <a:pt x="3718089" y="1590492"/>
                  <a:pt x="3412369" y="1629143"/>
                </a:cubicBezTo>
                <a:cubicBezTo>
                  <a:pt x="3106649" y="1667794"/>
                  <a:pt x="3123704" y="1606829"/>
                  <a:pt x="2984357" y="1629143"/>
                </a:cubicBezTo>
                <a:cubicBezTo>
                  <a:pt x="2845010" y="1651457"/>
                  <a:pt x="2610525" y="1579953"/>
                  <a:pt x="2503576" y="1629143"/>
                </a:cubicBezTo>
                <a:cubicBezTo>
                  <a:pt x="2396627" y="1678333"/>
                  <a:pt x="2002227" y="1577933"/>
                  <a:pt x="1864490" y="1629143"/>
                </a:cubicBezTo>
                <a:cubicBezTo>
                  <a:pt x="1726753" y="1680353"/>
                  <a:pt x="1372014" y="1594676"/>
                  <a:pt x="1225404" y="1629143"/>
                </a:cubicBezTo>
                <a:cubicBezTo>
                  <a:pt x="1078794" y="1663610"/>
                  <a:pt x="965609" y="1600143"/>
                  <a:pt x="797392" y="1629143"/>
                </a:cubicBezTo>
                <a:cubicBezTo>
                  <a:pt x="629175" y="1658143"/>
                  <a:pt x="235737" y="1614270"/>
                  <a:pt x="0" y="1629143"/>
                </a:cubicBezTo>
                <a:cubicBezTo>
                  <a:pt x="-24966" y="1413229"/>
                  <a:pt x="54536" y="1181419"/>
                  <a:pt x="0" y="1053512"/>
                </a:cubicBezTo>
                <a:cubicBezTo>
                  <a:pt x="-54536" y="925605"/>
                  <a:pt x="67052" y="724538"/>
                  <a:pt x="0" y="494173"/>
                </a:cubicBezTo>
                <a:cubicBezTo>
                  <a:pt x="-67052" y="263808"/>
                  <a:pt x="2425" y="237588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9210494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B0A168-E82A-5BC1-E986-DB5264A12087}"/>
              </a:ext>
            </a:extLst>
          </p:cNvPr>
          <p:cNvSpPr/>
          <p:nvPr/>
        </p:nvSpPr>
        <p:spPr>
          <a:xfrm>
            <a:off x="765515" y="3004477"/>
            <a:ext cx="4708701" cy="1005565"/>
          </a:xfrm>
          <a:custGeom>
            <a:avLst/>
            <a:gdLst>
              <a:gd name="csX0" fmla="*/ 0 w 4708701"/>
              <a:gd name="csY0" fmla="*/ 0 h 1005565"/>
              <a:gd name="csX1" fmla="*/ 635675 w 4708701"/>
              <a:gd name="csY1" fmla="*/ 0 h 1005565"/>
              <a:gd name="csX2" fmla="*/ 1271349 w 4708701"/>
              <a:gd name="csY2" fmla="*/ 0 h 1005565"/>
              <a:gd name="csX3" fmla="*/ 1718676 w 4708701"/>
              <a:gd name="csY3" fmla="*/ 0 h 1005565"/>
              <a:gd name="csX4" fmla="*/ 2354351 w 4708701"/>
              <a:gd name="csY4" fmla="*/ 0 h 1005565"/>
              <a:gd name="csX5" fmla="*/ 2990025 w 4708701"/>
              <a:gd name="csY5" fmla="*/ 0 h 1005565"/>
              <a:gd name="csX6" fmla="*/ 3625700 w 4708701"/>
              <a:gd name="csY6" fmla="*/ 0 h 1005565"/>
              <a:gd name="csX7" fmla="*/ 4120113 w 4708701"/>
              <a:gd name="csY7" fmla="*/ 0 h 1005565"/>
              <a:gd name="csX8" fmla="*/ 4708701 w 4708701"/>
              <a:gd name="csY8" fmla="*/ 0 h 1005565"/>
              <a:gd name="csX9" fmla="*/ 4708701 w 4708701"/>
              <a:gd name="csY9" fmla="*/ 522894 h 1005565"/>
              <a:gd name="csX10" fmla="*/ 4708701 w 4708701"/>
              <a:gd name="csY10" fmla="*/ 1005565 h 1005565"/>
              <a:gd name="csX11" fmla="*/ 4167200 w 4708701"/>
              <a:gd name="csY11" fmla="*/ 1005565 h 1005565"/>
              <a:gd name="csX12" fmla="*/ 3719874 w 4708701"/>
              <a:gd name="csY12" fmla="*/ 1005565 h 1005565"/>
              <a:gd name="csX13" fmla="*/ 3272547 w 4708701"/>
              <a:gd name="csY13" fmla="*/ 1005565 h 1005565"/>
              <a:gd name="csX14" fmla="*/ 2589786 w 4708701"/>
              <a:gd name="csY14" fmla="*/ 1005565 h 1005565"/>
              <a:gd name="csX15" fmla="*/ 1907024 w 4708701"/>
              <a:gd name="csY15" fmla="*/ 1005565 h 1005565"/>
              <a:gd name="csX16" fmla="*/ 1459697 w 4708701"/>
              <a:gd name="csY16" fmla="*/ 1005565 h 1005565"/>
              <a:gd name="csX17" fmla="*/ 965284 w 4708701"/>
              <a:gd name="csY17" fmla="*/ 1005565 h 1005565"/>
              <a:gd name="csX18" fmla="*/ 0 w 4708701"/>
              <a:gd name="csY18" fmla="*/ 1005565 h 1005565"/>
              <a:gd name="csX19" fmla="*/ 0 w 4708701"/>
              <a:gd name="csY19" fmla="*/ 492727 h 1005565"/>
              <a:gd name="csX20" fmla="*/ 0 w 4708701"/>
              <a:gd name="csY20" fmla="*/ 0 h 1005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708701" h="1005565" extrusionOk="0">
                <a:moveTo>
                  <a:pt x="0" y="0"/>
                </a:moveTo>
                <a:cubicBezTo>
                  <a:pt x="234582" y="-65543"/>
                  <a:pt x="432926" y="1600"/>
                  <a:pt x="635675" y="0"/>
                </a:cubicBezTo>
                <a:cubicBezTo>
                  <a:pt x="838425" y="-1600"/>
                  <a:pt x="971810" y="60517"/>
                  <a:pt x="1271349" y="0"/>
                </a:cubicBezTo>
                <a:cubicBezTo>
                  <a:pt x="1570888" y="-60517"/>
                  <a:pt x="1523314" y="27840"/>
                  <a:pt x="1718676" y="0"/>
                </a:cubicBezTo>
                <a:cubicBezTo>
                  <a:pt x="1914038" y="-27840"/>
                  <a:pt x="2158062" y="28482"/>
                  <a:pt x="2354351" y="0"/>
                </a:cubicBezTo>
                <a:cubicBezTo>
                  <a:pt x="2550640" y="-28482"/>
                  <a:pt x="2842345" y="53353"/>
                  <a:pt x="2990025" y="0"/>
                </a:cubicBezTo>
                <a:cubicBezTo>
                  <a:pt x="3137705" y="-53353"/>
                  <a:pt x="3445421" y="56215"/>
                  <a:pt x="3625700" y="0"/>
                </a:cubicBezTo>
                <a:cubicBezTo>
                  <a:pt x="3805980" y="-56215"/>
                  <a:pt x="3876381" y="49453"/>
                  <a:pt x="4120113" y="0"/>
                </a:cubicBezTo>
                <a:cubicBezTo>
                  <a:pt x="4363845" y="-49453"/>
                  <a:pt x="4420666" y="21915"/>
                  <a:pt x="4708701" y="0"/>
                </a:cubicBezTo>
                <a:cubicBezTo>
                  <a:pt x="4719788" y="177506"/>
                  <a:pt x="4673732" y="295362"/>
                  <a:pt x="4708701" y="522894"/>
                </a:cubicBezTo>
                <a:cubicBezTo>
                  <a:pt x="4743670" y="750426"/>
                  <a:pt x="4658415" y="795527"/>
                  <a:pt x="4708701" y="1005565"/>
                </a:cubicBezTo>
                <a:cubicBezTo>
                  <a:pt x="4475024" y="1007003"/>
                  <a:pt x="4346892" y="958535"/>
                  <a:pt x="4167200" y="1005565"/>
                </a:cubicBezTo>
                <a:cubicBezTo>
                  <a:pt x="3987508" y="1052595"/>
                  <a:pt x="3810482" y="990717"/>
                  <a:pt x="3719874" y="1005565"/>
                </a:cubicBezTo>
                <a:cubicBezTo>
                  <a:pt x="3629266" y="1020413"/>
                  <a:pt x="3466711" y="999307"/>
                  <a:pt x="3272547" y="1005565"/>
                </a:cubicBezTo>
                <a:cubicBezTo>
                  <a:pt x="3078383" y="1011823"/>
                  <a:pt x="2831772" y="949996"/>
                  <a:pt x="2589786" y="1005565"/>
                </a:cubicBezTo>
                <a:cubicBezTo>
                  <a:pt x="2347800" y="1061134"/>
                  <a:pt x="2121366" y="947938"/>
                  <a:pt x="1907024" y="1005565"/>
                </a:cubicBezTo>
                <a:cubicBezTo>
                  <a:pt x="1692682" y="1063192"/>
                  <a:pt x="1578117" y="986371"/>
                  <a:pt x="1459697" y="1005565"/>
                </a:cubicBezTo>
                <a:cubicBezTo>
                  <a:pt x="1341277" y="1024759"/>
                  <a:pt x="1210880" y="983438"/>
                  <a:pt x="965284" y="1005565"/>
                </a:cubicBezTo>
                <a:cubicBezTo>
                  <a:pt x="719688" y="1027692"/>
                  <a:pt x="301950" y="964489"/>
                  <a:pt x="0" y="1005565"/>
                </a:cubicBezTo>
                <a:cubicBezTo>
                  <a:pt x="-59524" y="885944"/>
                  <a:pt x="1432" y="607767"/>
                  <a:pt x="0" y="492727"/>
                </a:cubicBezTo>
                <a:cubicBezTo>
                  <a:pt x="-1432" y="377687"/>
                  <a:pt x="41392" y="148780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9210494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raphic 7" descr="Badge Tick1 with solid fill">
            <a:extLst>
              <a:ext uri="{FF2B5EF4-FFF2-40B4-BE49-F238E27FC236}">
                <a16:creationId xmlns:a16="http://schemas.microsoft.com/office/drawing/2014/main" id="{3E9CB576-DF46-F582-86F5-7FEC5BC588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93728" y="2999848"/>
            <a:ext cx="429152" cy="429152"/>
          </a:xfrm>
          <a:prstGeom prst="rect">
            <a:avLst/>
          </a:prstGeom>
        </p:spPr>
      </p:pic>
      <p:pic>
        <p:nvPicPr>
          <p:cNvPr id="7" name="Graphic 6" descr="Badge Tick1 with solid fill">
            <a:extLst>
              <a:ext uri="{FF2B5EF4-FFF2-40B4-BE49-F238E27FC236}">
                <a16:creationId xmlns:a16="http://schemas.microsoft.com/office/drawing/2014/main" id="{AFEE5AFB-EBD3-7E39-31F5-E041320025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5064" y="2999848"/>
            <a:ext cx="429152" cy="42915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59D654C-2C36-88CE-C78A-A6329B867FC4}"/>
              </a:ext>
            </a:extLst>
          </p:cNvPr>
          <p:cNvSpPr/>
          <p:nvPr/>
        </p:nvSpPr>
        <p:spPr>
          <a:xfrm>
            <a:off x="765514" y="4005411"/>
            <a:ext cx="4958723" cy="1005565"/>
          </a:xfrm>
          <a:custGeom>
            <a:avLst/>
            <a:gdLst>
              <a:gd name="csX0" fmla="*/ 0 w 4958723"/>
              <a:gd name="csY0" fmla="*/ 0 h 1005565"/>
              <a:gd name="csX1" fmla="*/ 600556 w 4958723"/>
              <a:gd name="csY1" fmla="*/ 0 h 1005565"/>
              <a:gd name="csX2" fmla="*/ 1201113 w 4958723"/>
              <a:gd name="csY2" fmla="*/ 0 h 1005565"/>
              <a:gd name="csX3" fmla="*/ 1603320 w 4958723"/>
              <a:gd name="csY3" fmla="*/ 0 h 1005565"/>
              <a:gd name="csX4" fmla="*/ 2203877 w 4958723"/>
              <a:gd name="csY4" fmla="*/ 0 h 1005565"/>
              <a:gd name="csX5" fmla="*/ 2804433 w 4958723"/>
              <a:gd name="csY5" fmla="*/ 0 h 1005565"/>
              <a:gd name="csX6" fmla="*/ 3404990 w 4958723"/>
              <a:gd name="csY6" fmla="*/ 0 h 1005565"/>
              <a:gd name="csX7" fmla="*/ 3856785 w 4958723"/>
              <a:gd name="csY7" fmla="*/ 0 h 1005565"/>
              <a:gd name="csX8" fmla="*/ 4457341 w 4958723"/>
              <a:gd name="csY8" fmla="*/ 0 h 1005565"/>
              <a:gd name="csX9" fmla="*/ 4958723 w 4958723"/>
              <a:gd name="csY9" fmla="*/ 0 h 1005565"/>
              <a:gd name="csX10" fmla="*/ 4958723 w 4958723"/>
              <a:gd name="csY10" fmla="*/ 492727 h 1005565"/>
              <a:gd name="csX11" fmla="*/ 4958723 w 4958723"/>
              <a:gd name="csY11" fmla="*/ 1005565 h 1005565"/>
              <a:gd name="csX12" fmla="*/ 4358167 w 4958723"/>
              <a:gd name="csY12" fmla="*/ 1005565 h 1005565"/>
              <a:gd name="csX13" fmla="*/ 3955959 w 4958723"/>
              <a:gd name="csY13" fmla="*/ 1005565 h 1005565"/>
              <a:gd name="csX14" fmla="*/ 3305815 w 4958723"/>
              <a:gd name="csY14" fmla="*/ 1005565 h 1005565"/>
              <a:gd name="csX15" fmla="*/ 2655672 w 4958723"/>
              <a:gd name="csY15" fmla="*/ 1005565 h 1005565"/>
              <a:gd name="csX16" fmla="*/ 2253464 w 4958723"/>
              <a:gd name="csY16" fmla="*/ 1005565 h 1005565"/>
              <a:gd name="csX17" fmla="*/ 1801669 w 4958723"/>
              <a:gd name="csY17" fmla="*/ 1005565 h 1005565"/>
              <a:gd name="csX18" fmla="*/ 1201113 w 4958723"/>
              <a:gd name="csY18" fmla="*/ 1005565 h 1005565"/>
              <a:gd name="csX19" fmla="*/ 600556 w 4958723"/>
              <a:gd name="csY19" fmla="*/ 1005565 h 1005565"/>
              <a:gd name="csX20" fmla="*/ 0 w 4958723"/>
              <a:gd name="csY20" fmla="*/ 1005565 h 1005565"/>
              <a:gd name="csX21" fmla="*/ 0 w 4958723"/>
              <a:gd name="csY21" fmla="*/ 482671 h 1005565"/>
              <a:gd name="csX22" fmla="*/ 0 w 4958723"/>
              <a:gd name="csY22" fmla="*/ 0 h 1005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958723" h="1005565" extrusionOk="0">
                <a:moveTo>
                  <a:pt x="0" y="0"/>
                </a:moveTo>
                <a:cubicBezTo>
                  <a:pt x="205491" y="-29089"/>
                  <a:pt x="304338" y="71330"/>
                  <a:pt x="600556" y="0"/>
                </a:cubicBezTo>
                <a:cubicBezTo>
                  <a:pt x="896774" y="-71330"/>
                  <a:pt x="1030876" y="43287"/>
                  <a:pt x="1201113" y="0"/>
                </a:cubicBezTo>
                <a:cubicBezTo>
                  <a:pt x="1371350" y="-43287"/>
                  <a:pt x="1492337" y="34224"/>
                  <a:pt x="1603320" y="0"/>
                </a:cubicBezTo>
                <a:cubicBezTo>
                  <a:pt x="1714303" y="-34224"/>
                  <a:pt x="1916512" y="7038"/>
                  <a:pt x="2203877" y="0"/>
                </a:cubicBezTo>
                <a:cubicBezTo>
                  <a:pt x="2491242" y="-7038"/>
                  <a:pt x="2645682" y="63635"/>
                  <a:pt x="2804433" y="0"/>
                </a:cubicBezTo>
                <a:cubicBezTo>
                  <a:pt x="2963184" y="-63635"/>
                  <a:pt x="3210216" y="14961"/>
                  <a:pt x="3404990" y="0"/>
                </a:cubicBezTo>
                <a:cubicBezTo>
                  <a:pt x="3599764" y="-14961"/>
                  <a:pt x="3668962" y="21027"/>
                  <a:pt x="3856785" y="0"/>
                </a:cubicBezTo>
                <a:cubicBezTo>
                  <a:pt x="4044609" y="-21027"/>
                  <a:pt x="4320386" y="52555"/>
                  <a:pt x="4457341" y="0"/>
                </a:cubicBezTo>
                <a:cubicBezTo>
                  <a:pt x="4594296" y="-52555"/>
                  <a:pt x="4836285" y="10384"/>
                  <a:pt x="4958723" y="0"/>
                </a:cubicBezTo>
                <a:cubicBezTo>
                  <a:pt x="4998713" y="148189"/>
                  <a:pt x="4946090" y="254330"/>
                  <a:pt x="4958723" y="492727"/>
                </a:cubicBezTo>
                <a:cubicBezTo>
                  <a:pt x="4971356" y="731124"/>
                  <a:pt x="4943216" y="819877"/>
                  <a:pt x="4958723" y="1005565"/>
                </a:cubicBezTo>
                <a:cubicBezTo>
                  <a:pt x="4669246" y="1016563"/>
                  <a:pt x="4605158" y="988663"/>
                  <a:pt x="4358167" y="1005565"/>
                </a:cubicBezTo>
                <a:cubicBezTo>
                  <a:pt x="4111176" y="1022467"/>
                  <a:pt x="4125115" y="970657"/>
                  <a:pt x="3955959" y="1005565"/>
                </a:cubicBezTo>
                <a:cubicBezTo>
                  <a:pt x="3786803" y="1040473"/>
                  <a:pt x="3555194" y="955034"/>
                  <a:pt x="3305815" y="1005565"/>
                </a:cubicBezTo>
                <a:cubicBezTo>
                  <a:pt x="3056436" y="1056096"/>
                  <a:pt x="2807928" y="976909"/>
                  <a:pt x="2655672" y="1005565"/>
                </a:cubicBezTo>
                <a:cubicBezTo>
                  <a:pt x="2503416" y="1034221"/>
                  <a:pt x="2427217" y="963496"/>
                  <a:pt x="2253464" y="1005565"/>
                </a:cubicBezTo>
                <a:cubicBezTo>
                  <a:pt x="2079711" y="1047634"/>
                  <a:pt x="1981452" y="993800"/>
                  <a:pt x="1801669" y="1005565"/>
                </a:cubicBezTo>
                <a:cubicBezTo>
                  <a:pt x="1621886" y="1017330"/>
                  <a:pt x="1471809" y="967205"/>
                  <a:pt x="1201113" y="1005565"/>
                </a:cubicBezTo>
                <a:cubicBezTo>
                  <a:pt x="930417" y="1043925"/>
                  <a:pt x="870528" y="938309"/>
                  <a:pt x="600556" y="1005565"/>
                </a:cubicBezTo>
                <a:cubicBezTo>
                  <a:pt x="330584" y="1072821"/>
                  <a:pt x="288834" y="978128"/>
                  <a:pt x="0" y="1005565"/>
                </a:cubicBezTo>
                <a:cubicBezTo>
                  <a:pt x="-43875" y="832019"/>
                  <a:pt x="52136" y="638841"/>
                  <a:pt x="0" y="482671"/>
                </a:cubicBezTo>
                <a:cubicBezTo>
                  <a:pt x="-52136" y="326501"/>
                  <a:pt x="36843" y="236905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9210494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Graphic 9" descr="Badge Tick1 with solid fill">
            <a:extLst>
              <a:ext uri="{FF2B5EF4-FFF2-40B4-BE49-F238E27FC236}">
                <a16:creationId xmlns:a16="http://schemas.microsoft.com/office/drawing/2014/main" id="{0E2EE6C7-58FC-A772-D458-FE64CD86F5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75460" y="4032332"/>
            <a:ext cx="429152" cy="42915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D2218CA-55AC-4C74-6DDF-88C19A3F51A4}"/>
              </a:ext>
            </a:extLst>
          </p:cNvPr>
          <p:cNvSpPr/>
          <p:nvPr/>
        </p:nvSpPr>
        <p:spPr>
          <a:xfrm>
            <a:off x="6361320" y="4627657"/>
            <a:ext cx="5440702" cy="1077107"/>
          </a:xfrm>
          <a:custGeom>
            <a:avLst/>
            <a:gdLst>
              <a:gd name="csX0" fmla="*/ 0 w 5440702"/>
              <a:gd name="csY0" fmla="*/ 0 h 1077107"/>
              <a:gd name="csX1" fmla="*/ 598477 w 5440702"/>
              <a:gd name="csY1" fmla="*/ 0 h 1077107"/>
              <a:gd name="csX2" fmla="*/ 1196954 w 5440702"/>
              <a:gd name="csY2" fmla="*/ 0 h 1077107"/>
              <a:gd name="csX3" fmla="*/ 1577804 w 5440702"/>
              <a:gd name="csY3" fmla="*/ 0 h 1077107"/>
              <a:gd name="csX4" fmla="*/ 2176281 w 5440702"/>
              <a:gd name="csY4" fmla="*/ 0 h 1077107"/>
              <a:gd name="csX5" fmla="*/ 2774758 w 5440702"/>
              <a:gd name="csY5" fmla="*/ 0 h 1077107"/>
              <a:gd name="csX6" fmla="*/ 3373235 w 5440702"/>
              <a:gd name="csY6" fmla="*/ 0 h 1077107"/>
              <a:gd name="csX7" fmla="*/ 3808491 w 5440702"/>
              <a:gd name="csY7" fmla="*/ 0 h 1077107"/>
              <a:gd name="csX8" fmla="*/ 4406969 w 5440702"/>
              <a:gd name="csY8" fmla="*/ 0 h 1077107"/>
              <a:gd name="csX9" fmla="*/ 5440702 w 5440702"/>
              <a:gd name="csY9" fmla="*/ 0 h 1077107"/>
              <a:gd name="csX10" fmla="*/ 5440702 w 5440702"/>
              <a:gd name="csY10" fmla="*/ 527782 h 1077107"/>
              <a:gd name="csX11" fmla="*/ 5440702 w 5440702"/>
              <a:gd name="csY11" fmla="*/ 1077107 h 1077107"/>
              <a:gd name="csX12" fmla="*/ 4842225 w 5440702"/>
              <a:gd name="csY12" fmla="*/ 1077107 h 1077107"/>
              <a:gd name="csX13" fmla="*/ 4461376 w 5440702"/>
              <a:gd name="csY13" fmla="*/ 1077107 h 1077107"/>
              <a:gd name="csX14" fmla="*/ 3808491 w 5440702"/>
              <a:gd name="csY14" fmla="*/ 1077107 h 1077107"/>
              <a:gd name="csX15" fmla="*/ 3155607 w 5440702"/>
              <a:gd name="csY15" fmla="*/ 1077107 h 1077107"/>
              <a:gd name="csX16" fmla="*/ 2774758 w 5440702"/>
              <a:gd name="csY16" fmla="*/ 1077107 h 1077107"/>
              <a:gd name="csX17" fmla="*/ 2339502 w 5440702"/>
              <a:gd name="csY17" fmla="*/ 1077107 h 1077107"/>
              <a:gd name="csX18" fmla="*/ 1741025 w 5440702"/>
              <a:gd name="csY18" fmla="*/ 1077107 h 1077107"/>
              <a:gd name="csX19" fmla="*/ 1142547 w 5440702"/>
              <a:gd name="csY19" fmla="*/ 1077107 h 1077107"/>
              <a:gd name="csX20" fmla="*/ 761698 w 5440702"/>
              <a:gd name="csY20" fmla="*/ 1077107 h 1077107"/>
              <a:gd name="csX21" fmla="*/ 0 w 5440702"/>
              <a:gd name="csY21" fmla="*/ 1077107 h 1077107"/>
              <a:gd name="csX22" fmla="*/ 0 w 5440702"/>
              <a:gd name="csY22" fmla="*/ 517011 h 1077107"/>
              <a:gd name="csX23" fmla="*/ 0 w 5440702"/>
              <a:gd name="csY23" fmla="*/ 0 h 10771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5440702" h="1077107" extrusionOk="0">
                <a:moveTo>
                  <a:pt x="0" y="0"/>
                </a:moveTo>
                <a:cubicBezTo>
                  <a:pt x="141274" y="-11211"/>
                  <a:pt x="379011" y="15505"/>
                  <a:pt x="598477" y="0"/>
                </a:cubicBezTo>
                <a:cubicBezTo>
                  <a:pt x="817943" y="-15505"/>
                  <a:pt x="932926" y="51732"/>
                  <a:pt x="1196954" y="0"/>
                </a:cubicBezTo>
                <a:cubicBezTo>
                  <a:pt x="1460982" y="-51732"/>
                  <a:pt x="1417031" y="45630"/>
                  <a:pt x="1577804" y="0"/>
                </a:cubicBezTo>
                <a:cubicBezTo>
                  <a:pt x="1738577" y="-45630"/>
                  <a:pt x="2024956" y="51144"/>
                  <a:pt x="2176281" y="0"/>
                </a:cubicBezTo>
                <a:cubicBezTo>
                  <a:pt x="2327606" y="-51144"/>
                  <a:pt x="2650649" y="45546"/>
                  <a:pt x="2774758" y="0"/>
                </a:cubicBezTo>
                <a:cubicBezTo>
                  <a:pt x="2898867" y="-45546"/>
                  <a:pt x="3099313" y="46529"/>
                  <a:pt x="3373235" y="0"/>
                </a:cubicBezTo>
                <a:cubicBezTo>
                  <a:pt x="3647157" y="-46529"/>
                  <a:pt x="3688163" y="35181"/>
                  <a:pt x="3808491" y="0"/>
                </a:cubicBezTo>
                <a:cubicBezTo>
                  <a:pt x="3928819" y="-35181"/>
                  <a:pt x="4126824" y="56478"/>
                  <a:pt x="4406969" y="0"/>
                </a:cubicBezTo>
                <a:cubicBezTo>
                  <a:pt x="4687114" y="-56478"/>
                  <a:pt x="4966136" y="114454"/>
                  <a:pt x="5440702" y="0"/>
                </a:cubicBezTo>
                <a:cubicBezTo>
                  <a:pt x="5481492" y="214356"/>
                  <a:pt x="5432211" y="264465"/>
                  <a:pt x="5440702" y="527782"/>
                </a:cubicBezTo>
                <a:cubicBezTo>
                  <a:pt x="5449193" y="791099"/>
                  <a:pt x="5426572" y="934957"/>
                  <a:pt x="5440702" y="1077107"/>
                </a:cubicBezTo>
                <a:cubicBezTo>
                  <a:pt x="5175388" y="1105421"/>
                  <a:pt x="5021192" y="1011889"/>
                  <a:pt x="4842225" y="1077107"/>
                </a:cubicBezTo>
                <a:cubicBezTo>
                  <a:pt x="4663258" y="1142325"/>
                  <a:pt x="4600605" y="1072757"/>
                  <a:pt x="4461376" y="1077107"/>
                </a:cubicBezTo>
                <a:cubicBezTo>
                  <a:pt x="4322147" y="1081457"/>
                  <a:pt x="3959190" y="1049033"/>
                  <a:pt x="3808491" y="1077107"/>
                </a:cubicBezTo>
                <a:cubicBezTo>
                  <a:pt x="3657792" y="1105181"/>
                  <a:pt x="3385271" y="1055512"/>
                  <a:pt x="3155607" y="1077107"/>
                </a:cubicBezTo>
                <a:cubicBezTo>
                  <a:pt x="2925943" y="1098702"/>
                  <a:pt x="2854887" y="1037329"/>
                  <a:pt x="2774758" y="1077107"/>
                </a:cubicBezTo>
                <a:cubicBezTo>
                  <a:pt x="2694629" y="1116885"/>
                  <a:pt x="2530543" y="1064205"/>
                  <a:pt x="2339502" y="1077107"/>
                </a:cubicBezTo>
                <a:cubicBezTo>
                  <a:pt x="2148461" y="1090009"/>
                  <a:pt x="1964333" y="1035991"/>
                  <a:pt x="1741025" y="1077107"/>
                </a:cubicBezTo>
                <a:cubicBezTo>
                  <a:pt x="1517717" y="1118223"/>
                  <a:pt x="1414878" y="1031482"/>
                  <a:pt x="1142547" y="1077107"/>
                </a:cubicBezTo>
                <a:cubicBezTo>
                  <a:pt x="870216" y="1122732"/>
                  <a:pt x="910199" y="1050876"/>
                  <a:pt x="761698" y="1077107"/>
                </a:cubicBezTo>
                <a:cubicBezTo>
                  <a:pt x="613197" y="1103338"/>
                  <a:pt x="291144" y="1067355"/>
                  <a:pt x="0" y="1077107"/>
                </a:cubicBezTo>
                <a:cubicBezTo>
                  <a:pt x="-31332" y="818628"/>
                  <a:pt x="55287" y="641763"/>
                  <a:pt x="0" y="517011"/>
                </a:cubicBezTo>
                <a:cubicBezTo>
                  <a:pt x="-55287" y="392259"/>
                  <a:pt x="58014" y="171228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9210494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422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8D9319-C1BC-D2E0-355C-E711D649F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Resources:</a:t>
            </a:r>
          </a:p>
          <a:p>
            <a:pPr lvl="1"/>
            <a:r>
              <a:rPr lang="en-US" b="1" dirty="0"/>
              <a:t>Vitis Example: </a:t>
            </a:r>
            <a:r>
              <a:rPr lang="en-US" dirty="0">
                <a:hlinkClick r:id="rId2"/>
              </a:rPr>
              <a:t>https://github.com/Xilinx/Vitis-HLS-Introductory-Examples/tree/master/Task_level_Parallelism/Data_driven/simple_data_driven</a:t>
            </a:r>
            <a:endParaRPr lang="en-US" dirty="0"/>
          </a:p>
          <a:p>
            <a:pPr lvl="1"/>
            <a:r>
              <a:rPr lang="en-US" dirty="0"/>
              <a:t>Vitis Manual: </a:t>
            </a:r>
          </a:p>
          <a:p>
            <a:pPr lvl="2"/>
            <a:r>
              <a:rPr lang="en-US" dirty="0"/>
              <a:t>HLS task: </a:t>
            </a:r>
            <a:r>
              <a:rPr lang="en-US" dirty="0">
                <a:hlinkClick r:id="rId3"/>
              </a:rPr>
              <a:t>https://docs.amd.com/r/2024.1-English/ug1399-vitis-hls/HLS-Task-Library</a:t>
            </a:r>
            <a:endParaRPr lang="en-US" dirty="0"/>
          </a:p>
          <a:p>
            <a:pPr lvl="2"/>
            <a:r>
              <a:rPr lang="en-US" dirty="0"/>
              <a:t>HLS dataflow: </a:t>
            </a:r>
            <a:r>
              <a:rPr lang="en-US" dirty="0">
                <a:hlinkClick r:id="rId4"/>
              </a:rPr>
              <a:t>https://docs.amd.com/r/2024.1-English/ug1399-vitis-hls/pragma-HLS-dataflow</a:t>
            </a:r>
            <a:endParaRPr lang="en-US" dirty="0"/>
          </a:p>
          <a:p>
            <a:pPr lvl="1"/>
            <a:r>
              <a:rPr lang="en-US" dirty="0"/>
              <a:t>Article: </a:t>
            </a:r>
            <a:r>
              <a:rPr lang="en-US" dirty="0">
                <a:hlinkClick r:id="rId5"/>
              </a:rPr>
              <a:t>https://www.xilinx.com/developer/articles/task-level-parallelism-and-pipelining-in-hls.html</a:t>
            </a:r>
            <a:endParaRPr lang="en-US" dirty="0"/>
          </a:p>
          <a:p>
            <a:pPr marL="457188" lvl="1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FCF2CB-CB9A-CD94-5CD0-6CD5D2CDF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13D1E8-C08B-CDD1-2FAB-F5F3574C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Materials</a:t>
            </a:r>
          </a:p>
        </p:txBody>
      </p:sp>
    </p:spTree>
    <p:extLst>
      <p:ext uri="{BB962C8B-B14F-4D97-AF65-F5344CB8AC3E}">
        <p14:creationId xmlns:p14="http://schemas.microsoft.com/office/powerpoint/2010/main" val="2218204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2A26BC-992C-4909-6763-6C12216FC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D09822-7086-8040-A317-B6F291D1C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Consider this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0D0012-3842-2C6A-3CFC-5F61B146BEE5}"/>
              </a:ext>
            </a:extLst>
          </p:cNvPr>
          <p:cNvSpPr txBox="1"/>
          <p:nvPr/>
        </p:nvSpPr>
        <p:spPr>
          <a:xfrm>
            <a:off x="494571" y="1380166"/>
            <a:ext cx="6880919" cy="19037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subM</a:t>
            </a:r>
            <a:r>
              <a:rPr lang="en-US" b="0" dirty="0">
                <a:effectLst/>
                <a:latin typeface="Consolas" panose="020B0609020204030204" pitchFamily="49" charset="0"/>
              </a:rPr>
              <a:t>(int in1[128], int in2[128], int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[128]) {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int tmp1[128], tmp2[128], tmp3[128];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dirty="0" err="1">
                <a:effectLst/>
                <a:latin typeface="Consolas" panose="020B0609020204030204" pitchFamily="49" charset="0"/>
              </a:rPr>
              <a:t>double_increase</a:t>
            </a:r>
            <a:r>
              <a:rPr lang="en-US" b="0" dirty="0"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in1</a:t>
            </a:r>
            <a:r>
              <a:rPr lang="en-US" b="0" dirty="0">
                <a:effectLst/>
                <a:latin typeface="Consolas" panose="020B0609020204030204" pitchFamily="49" charset="0"/>
              </a:rPr>
              <a:t>, in2, tmp1, tmp2);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increase(tmp2, tmp3);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add(tmp1, tmp3,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6B197B-E79A-0322-7164-A21B54AEC5CF}"/>
              </a:ext>
            </a:extLst>
          </p:cNvPr>
          <p:cNvSpPr/>
          <p:nvPr/>
        </p:nvSpPr>
        <p:spPr>
          <a:xfrm>
            <a:off x="1859317" y="4200861"/>
            <a:ext cx="2194560" cy="1571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double_increase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CEE547-E94B-F29D-AAFF-39C9A2B8C6B7}"/>
              </a:ext>
            </a:extLst>
          </p:cNvPr>
          <p:cNvSpPr/>
          <p:nvPr/>
        </p:nvSpPr>
        <p:spPr>
          <a:xfrm>
            <a:off x="5851286" y="5220810"/>
            <a:ext cx="163273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increase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B59E74-1915-F4BB-DB60-9402272CADDC}"/>
              </a:ext>
            </a:extLst>
          </p:cNvPr>
          <p:cNvSpPr/>
          <p:nvPr/>
        </p:nvSpPr>
        <p:spPr>
          <a:xfrm>
            <a:off x="9302763" y="4213495"/>
            <a:ext cx="940970" cy="16245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add</a:t>
            </a:r>
          </a:p>
        </p:txBody>
      </p:sp>
      <p:sp>
        <p:nvSpPr>
          <p:cNvPr id="10" name="Flowchart: Magnetic Disk 9">
            <a:extLst>
              <a:ext uri="{FF2B5EF4-FFF2-40B4-BE49-F238E27FC236}">
                <a16:creationId xmlns:a16="http://schemas.microsoft.com/office/drawing/2014/main" id="{2722AEC4-62C4-E58D-BEB8-9F444FF335EE}"/>
              </a:ext>
            </a:extLst>
          </p:cNvPr>
          <p:cNvSpPr/>
          <p:nvPr/>
        </p:nvSpPr>
        <p:spPr>
          <a:xfrm>
            <a:off x="4396435" y="4183506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E186E-95D7-64B6-C350-6DC117BBCCB0}"/>
              </a:ext>
            </a:extLst>
          </p:cNvPr>
          <p:cNvSpPr txBox="1"/>
          <p:nvPr/>
        </p:nvSpPr>
        <p:spPr>
          <a:xfrm>
            <a:off x="944334" y="438552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F203D6-7F6C-D8B1-156D-47F6DC28A332}"/>
              </a:ext>
            </a:extLst>
          </p:cNvPr>
          <p:cNvSpPr txBox="1"/>
          <p:nvPr/>
        </p:nvSpPr>
        <p:spPr>
          <a:xfrm>
            <a:off x="944334" y="511149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EF4230B-8BAD-D82A-B822-4A042855D1FB}"/>
              </a:ext>
            </a:extLst>
          </p:cNvPr>
          <p:cNvCxnSpPr>
            <a:cxnSpLocks/>
          </p:cNvCxnSpPr>
          <p:nvPr/>
        </p:nvCxnSpPr>
        <p:spPr>
          <a:xfrm>
            <a:off x="1508912" y="457055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CD88011-B7B3-8634-B544-1EEB886258BB}"/>
              </a:ext>
            </a:extLst>
          </p:cNvPr>
          <p:cNvCxnSpPr>
            <a:cxnSpLocks/>
          </p:cNvCxnSpPr>
          <p:nvPr/>
        </p:nvCxnSpPr>
        <p:spPr>
          <a:xfrm>
            <a:off x="1508912" y="529616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Magnetic Disk 23">
            <a:extLst>
              <a:ext uri="{FF2B5EF4-FFF2-40B4-BE49-F238E27FC236}">
                <a16:creationId xmlns:a16="http://schemas.microsoft.com/office/drawing/2014/main" id="{3CD2C0E6-1777-873B-4A85-D6B129F3AFFA}"/>
              </a:ext>
            </a:extLst>
          </p:cNvPr>
          <p:cNvSpPr/>
          <p:nvPr/>
        </p:nvSpPr>
        <p:spPr>
          <a:xfrm>
            <a:off x="4396435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2EE195A-82EB-9ACA-4F00-81A433BA37A2}"/>
              </a:ext>
            </a:extLst>
          </p:cNvPr>
          <p:cNvCxnSpPr>
            <a:cxnSpLocks/>
          </p:cNvCxnSpPr>
          <p:nvPr/>
        </p:nvCxnSpPr>
        <p:spPr>
          <a:xfrm>
            <a:off x="4046030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15F495-C0BF-06EF-6ED9-3AE50716836D}"/>
              </a:ext>
            </a:extLst>
          </p:cNvPr>
          <p:cNvCxnSpPr>
            <a:cxnSpLocks/>
          </p:cNvCxnSpPr>
          <p:nvPr/>
        </p:nvCxnSpPr>
        <p:spPr>
          <a:xfrm>
            <a:off x="4053877" y="4557267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109206A-F488-1A9D-D98B-F013F137701E}"/>
              </a:ext>
            </a:extLst>
          </p:cNvPr>
          <p:cNvCxnSpPr>
            <a:cxnSpLocks/>
          </p:cNvCxnSpPr>
          <p:nvPr/>
        </p:nvCxnSpPr>
        <p:spPr>
          <a:xfrm>
            <a:off x="5500881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Magnetic Disk 27">
            <a:extLst>
              <a:ext uri="{FF2B5EF4-FFF2-40B4-BE49-F238E27FC236}">
                <a16:creationId xmlns:a16="http://schemas.microsoft.com/office/drawing/2014/main" id="{0BEF2D04-123B-54AB-1950-9EBA75B289ED}"/>
              </a:ext>
            </a:extLst>
          </p:cNvPr>
          <p:cNvSpPr/>
          <p:nvPr/>
        </p:nvSpPr>
        <p:spPr>
          <a:xfrm>
            <a:off x="7826580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F8BA42F-735D-BFCF-6B2F-12CB662DADE7}"/>
              </a:ext>
            </a:extLst>
          </p:cNvPr>
          <p:cNvCxnSpPr>
            <a:cxnSpLocks/>
          </p:cNvCxnSpPr>
          <p:nvPr/>
        </p:nvCxnSpPr>
        <p:spPr>
          <a:xfrm>
            <a:off x="7476175" y="539469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28570DC-7B3D-86E1-9FB9-D0F34DFBCACF}"/>
              </a:ext>
            </a:extLst>
          </p:cNvPr>
          <p:cNvCxnSpPr>
            <a:cxnSpLocks/>
          </p:cNvCxnSpPr>
          <p:nvPr/>
        </p:nvCxnSpPr>
        <p:spPr>
          <a:xfrm>
            <a:off x="5522213" y="4570194"/>
            <a:ext cx="37670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D9B2311-66F8-F3C5-B889-04E80E1A3317}"/>
              </a:ext>
            </a:extLst>
          </p:cNvPr>
          <p:cNvCxnSpPr>
            <a:cxnSpLocks/>
          </p:cNvCxnSpPr>
          <p:nvPr/>
        </p:nvCxnSpPr>
        <p:spPr>
          <a:xfrm>
            <a:off x="8938872" y="538040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4FCBB75-2EA7-3EAE-270F-35E8D49D8743}"/>
              </a:ext>
            </a:extLst>
          </p:cNvPr>
          <p:cNvSpPr txBox="1"/>
          <p:nvPr/>
        </p:nvSpPr>
        <p:spPr>
          <a:xfrm>
            <a:off x="10641535" y="491682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C2CC975-A9E3-E50F-8921-5A1C98683743}"/>
              </a:ext>
            </a:extLst>
          </p:cNvPr>
          <p:cNvCxnSpPr>
            <a:cxnSpLocks/>
          </p:cNvCxnSpPr>
          <p:nvPr/>
        </p:nvCxnSpPr>
        <p:spPr>
          <a:xfrm>
            <a:off x="10243733" y="5101488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F3254B1-1CC8-ECB5-2F37-8C574EA454B0}"/>
              </a:ext>
            </a:extLst>
          </p:cNvPr>
          <p:cNvSpPr txBox="1"/>
          <p:nvPr/>
        </p:nvSpPr>
        <p:spPr>
          <a:xfrm>
            <a:off x="7761319" y="1380166"/>
            <a:ext cx="4023859" cy="19037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topM</a:t>
            </a:r>
            <a:r>
              <a:rPr lang="en-US" b="0" dirty="0">
                <a:effectLst/>
                <a:latin typeface="Consolas" panose="020B0609020204030204" pitchFamily="49" charset="0"/>
              </a:rPr>
              <a:t>() {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dirty="0">
                <a:latin typeface="Consolas" panose="020B0609020204030204" pitchFamily="49" charset="0"/>
              </a:rPr>
              <a:t>for(int i = 0; i &lt; 4; i++)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calling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subM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with different arrays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		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subM</a:t>
            </a:r>
            <a:r>
              <a:rPr lang="en-US" b="0" dirty="0">
                <a:effectLst/>
                <a:latin typeface="Consolas" panose="020B0609020204030204" pitchFamily="49" charset="0"/>
              </a:rPr>
              <a:t>(...);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A59F09-04C2-15FD-6FFE-DF9D8F4F8FC3}"/>
              </a:ext>
            </a:extLst>
          </p:cNvPr>
          <p:cNvSpPr txBox="1"/>
          <p:nvPr/>
        </p:nvSpPr>
        <p:spPr>
          <a:xfrm>
            <a:off x="3052534" y="967800"/>
            <a:ext cx="1907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Sub-module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53BA6B-B0DF-71F4-D33F-7C68C67BAA80}"/>
              </a:ext>
            </a:extLst>
          </p:cNvPr>
          <p:cNvSpPr txBox="1"/>
          <p:nvPr/>
        </p:nvSpPr>
        <p:spPr>
          <a:xfrm>
            <a:off x="9017294" y="967800"/>
            <a:ext cx="1851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Top-module</a:t>
            </a:r>
          </a:p>
        </p:txBody>
      </p:sp>
    </p:spTree>
    <p:extLst>
      <p:ext uri="{BB962C8B-B14F-4D97-AF65-F5344CB8AC3E}">
        <p14:creationId xmlns:p14="http://schemas.microsoft.com/office/powerpoint/2010/main" val="550074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8E257-929E-8804-2DCA-1CFD1D268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042003-F1BF-0425-393D-CA8A2CBE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9FA166-70DE-2E04-9F55-72C7EC479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Zero Optimization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836077-265F-5CE5-C426-75ED9734163C}"/>
              </a:ext>
            </a:extLst>
          </p:cNvPr>
          <p:cNvSpPr/>
          <p:nvPr/>
        </p:nvSpPr>
        <p:spPr>
          <a:xfrm>
            <a:off x="278700" y="1262725"/>
            <a:ext cx="1463040" cy="384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D81587-3717-E586-F5F6-CEA3FC7F8E6C}"/>
              </a:ext>
            </a:extLst>
          </p:cNvPr>
          <p:cNvSpPr/>
          <p:nvPr/>
        </p:nvSpPr>
        <p:spPr>
          <a:xfrm>
            <a:off x="1741740" y="1262725"/>
            <a:ext cx="1463040" cy="384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68234A-D84B-10E3-B8E3-E558229DE2D2}"/>
              </a:ext>
            </a:extLst>
          </p:cNvPr>
          <p:cNvSpPr/>
          <p:nvPr/>
        </p:nvSpPr>
        <p:spPr>
          <a:xfrm>
            <a:off x="3204780" y="1262725"/>
            <a:ext cx="1463040" cy="38424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548ACA-1E1B-5CD4-231B-FD7FB1D3D386}"/>
              </a:ext>
            </a:extLst>
          </p:cNvPr>
          <p:cNvSpPr/>
          <p:nvPr/>
        </p:nvSpPr>
        <p:spPr>
          <a:xfrm>
            <a:off x="1859317" y="4200861"/>
            <a:ext cx="2194560" cy="1571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double_increase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0E7542-EB44-1125-8960-3DBCB85532CC}"/>
              </a:ext>
            </a:extLst>
          </p:cNvPr>
          <p:cNvSpPr/>
          <p:nvPr/>
        </p:nvSpPr>
        <p:spPr>
          <a:xfrm>
            <a:off x="5851286" y="5220810"/>
            <a:ext cx="163273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increase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D93FDA-31A6-7A4D-018F-967B3AA763C6}"/>
              </a:ext>
            </a:extLst>
          </p:cNvPr>
          <p:cNvSpPr/>
          <p:nvPr/>
        </p:nvSpPr>
        <p:spPr>
          <a:xfrm>
            <a:off x="9302763" y="4213495"/>
            <a:ext cx="940970" cy="16245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add</a:t>
            </a:r>
          </a:p>
        </p:txBody>
      </p:sp>
      <p:sp>
        <p:nvSpPr>
          <p:cNvPr id="17" name="Flowchart: Magnetic Disk 16">
            <a:extLst>
              <a:ext uri="{FF2B5EF4-FFF2-40B4-BE49-F238E27FC236}">
                <a16:creationId xmlns:a16="http://schemas.microsoft.com/office/drawing/2014/main" id="{CCEF1E87-F265-5CC5-E42F-FF2C65C307FA}"/>
              </a:ext>
            </a:extLst>
          </p:cNvPr>
          <p:cNvSpPr/>
          <p:nvPr/>
        </p:nvSpPr>
        <p:spPr>
          <a:xfrm>
            <a:off x="4396435" y="4183506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04313B-20A0-DC69-D5CA-0085D4A45EB3}"/>
              </a:ext>
            </a:extLst>
          </p:cNvPr>
          <p:cNvSpPr txBox="1"/>
          <p:nvPr/>
        </p:nvSpPr>
        <p:spPr>
          <a:xfrm>
            <a:off x="944334" y="438552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FA9084-F20A-6EAB-571D-66E5E7C5D091}"/>
              </a:ext>
            </a:extLst>
          </p:cNvPr>
          <p:cNvSpPr txBox="1"/>
          <p:nvPr/>
        </p:nvSpPr>
        <p:spPr>
          <a:xfrm>
            <a:off x="944334" y="511149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4E83F15-4852-88EF-885B-331681B0CDAC}"/>
              </a:ext>
            </a:extLst>
          </p:cNvPr>
          <p:cNvCxnSpPr>
            <a:cxnSpLocks/>
          </p:cNvCxnSpPr>
          <p:nvPr/>
        </p:nvCxnSpPr>
        <p:spPr>
          <a:xfrm>
            <a:off x="1508912" y="457055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B76E6C8-CB82-EF81-A010-5B27E0A0C25A}"/>
              </a:ext>
            </a:extLst>
          </p:cNvPr>
          <p:cNvCxnSpPr>
            <a:cxnSpLocks/>
          </p:cNvCxnSpPr>
          <p:nvPr/>
        </p:nvCxnSpPr>
        <p:spPr>
          <a:xfrm>
            <a:off x="1508912" y="529616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Magnetic Disk 30">
            <a:extLst>
              <a:ext uri="{FF2B5EF4-FFF2-40B4-BE49-F238E27FC236}">
                <a16:creationId xmlns:a16="http://schemas.microsoft.com/office/drawing/2014/main" id="{9C433395-B782-4781-EA19-2026708630B2}"/>
              </a:ext>
            </a:extLst>
          </p:cNvPr>
          <p:cNvSpPr/>
          <p:nvPr/>
        </p:nvSpPr>
        <p:spPr>
          <a:xfrm>
            <a:off x="4396435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0C82EA4-C431-3852-2C65-F4E8728966C7}"/>
              </a:ext>
            </a:extLst>
          </p:cNvPr>
          <p:cNvCxnSpPr>
            <a:cxnSpLocks/>
          </p:cNvCxnSpPr>
          <p:nvPr/>
        </p:nvCxnSpPr>
        <p:spPr>
          <a:xfrm>
            <a:off x="4046030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3F760C4-9597-7478-2B33-42627BA4F9FE}"/>
              </a:ext>
            </a:extLst>
          </p:cNvPr>
          <p:cNvCxnSpPr>
            <a:cxnSpLocks/>
          </p:cNvCxnSpPr>
          <p:nvPr/>
        </p:nvCxnSpPr>
        <p:spPr>
          <a:xfrm>
            <a:off x="4053877" y="4557267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95F8DDE-E2A0-EBC6-E3CC-E5D9B6CA512A}"/>
              </a:ext>
            </a:extLst>
          </p:cNvPr>
          <p:cNvCxnSpPr>
            <a:cxnSpLocks/>
          </p:cNvCxnSpPr>
          <p:nvPr/>
        </p:nvCxnSpPr>
        <p:spPr>
          <a:xfrm>
            <a:off x="5500881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Magnetic Disk 40">
            <a:extLst>
              <a:ext uri="{FF2B5EF4-FFF2-40B4-BE49-F238E27FC236}">
                <a16:creationId xmlns:a16="http://schemas.microsoft.com/office/drawing/2014/main" id="{084DE369-7E8B-1B35-415A-C349E743B9EB}"/>
              </a:ext>
            </a:extLst>
          </p:cNvPr>
          <p:cNvSpPr/>
          <p:nvPr/>
        </p:nvSpPr>
        <p:spPr>
          <a:xfrm>
            <a:off x="7826580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54B8CD7-0C31-83C8-71DD-388F1B2A3610}"/>
              </a:ext>
            </a:extLst>
          </p:cNvPr>
          <p:cNvCxnSpPr>
            <a:cxnSpLocks/>
          </p:cNvCxnSpPr>
          <p:nvPr/>
        </p:nvCxnSpPr>
        <p:spPr>
          <a:xfrm>
            <a:off x="7476175" y="539469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77757F9-520C-626B-9177-233CEBC11191}"/>
              </a:ext>
            </a:extLst>
          </p:cNvPr>
          <p:cNvCxnSpPr>
            <a:cxnSpLocks/>
          </p:cNvCxnSpPr>
          <p:nvPr/>
        </p:nvCxnSpPr>
        <p:spPr>
          <a:xfrm>
            <a:off x="5522213" y="4570194"/>
            <a:ext cx="37670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17CB6F1-C752-BC23-DD1F-8FA73F32C58C}"/>
              </a:ext>
            </a:extLst>
          </p:cNvPr>
          <p:cNvCxnSpPr>
            <a:cxnSpLocks/>
          </p:cNvCxnSpPr>
          <p:nvPr/>
        </p:nvCxnSpPr>
        <p:spPr>
          <a:xfrm>
            <a:off x="8938872" y="538040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52441DF-ACF1-3AE4-BA85-D7E2E86D618E}"/>
              </a:ext>
            </a:extLst>
          </p:cNvPr>
          <p:cNvSpPr txBox="1"/>
          <p:nvPr/>
        </p:nvSpPr>
        <p:spPr>
          <a:xfrm>
            <a:off x="10641535" y="491682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9B1F872-9944-4861-776F-C522E86A3C1C}"/>
              </a:ext>
            </a:extLst>
          </p:cNvPr>
          <p:cNvCxnSpPr>
            <a:cxnSpLocks/>
          </p:cNvCxnSpPr>
          <p:nvPr/>
        </p:nvCxnSpPr>
        <p:spPr>
          <a:xfrm>
            <a:off x="10243733" y="5101488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7B43CD76-FC56-40C0-5160-F4626E127141}"/>
              </a:ext>
            </a:extLst>
          </p:cNvPr>
          <p:cNvSpPr/>
          <p:nvPr/>
        </p:nvSpPr>
        <p:spPr>
          <a:xfrm>
            <a:off x="4667820" y="1651387"/>
            <a:ext cx="1463040" cy="384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9EBBDAD-643E-4AA9-E497-6103E4339492}"/>
              </a:ext>
            </a:extLst>
          </p:cNvPr>
          <p:cNvSpPr/>
          <p:nvPr/>
        </p:nvSpPr>
        <p:spPr>
          <a:xfrm>
            <a:off x="6130860" y="1651387"/>
            <a:ext cx="1463040" cy="384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B249B75-7486-2978-2036-DDD8392741D0}"/>
              </a:ext>
            </a:extLst>
          </p:cNvPr>
          <p:cNvSpPr/>
          <p:nvPr/>
        </p:nvSpPr>
        <p:spPr>
          <a:xfrm>
            <a:off x="7593900" y="1651387"/>
            <a:ext cx="1463040" cy="38424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3E6A547-3671-C70F-6AA7-8CCF645DE3DE}"/>
              </a:ext>
            </a:extLst>
          </p:cNvPr>
          <p:cNvSpPr/>
          <p:nvPr/>
        </p:nvSpPr>
        <p:spPr>
          <a:xfrm>
            <a:off x="9056940" y="2043752"/>
            <a:ext cx="1463040" cy="384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DB105C4-1EDF-4B3E-4CEA-8585DED445F5}"/>
              </a:ext>
            </a:extLst>
          </p:cNvPr>
          <p:cNvSpPr/>
          <p:nvPr/>
        </p:nvSpPr>
        <p:spPr>
          <a:xfrm>
            <a:off x="10519980" y="2043752"/>
            <a:ext cx="1463040" cy="384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032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4C188-465F-22AD-EE3E-D3C39F07C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999904-6283-524B-CCB8-5CD869C66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813B07-18F4-0DE9-7F77-5D742F667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We Want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CDB5B4-D12C-001D-67A6-E21D979A834F}"/>
              </a:ext>
            </a:extLst>
          </p:cNvPr>
          <p:cNvSpPr/>
          <p:nvPr/>
        </p:nvSpPr>
        <p:spPr>
          <a:xfrm>
            <a:off x="1859317" y="4200861"/>
            <a:ext cx="2194560" cy="1571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double_increase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16A648-8654-A337-8F81-73B6BF9D7D80}"/>
              </a:ext>
            </a:extLst>
          </p:cNvPr>
          <p:cNvSpPr/>
          <p:nvPr/>
        </p:nvSpPr>
        <p:spPr>
          <a:xfrm>
            <a:off x="5851286" y="5220810"/>
            <a:ext cx="163273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increase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D8C32D-3375-F52C-3D6E-2D0273C590FC}"/>
              </a:ext>
            </a:extLst>
          </p:cNvPr>
          <p:cNvSpPr/>
          <p:nvPr/>
        </p:nvSpPr>
        <p:spPr>
          <a:xfrm>
            <a:off x="9302763" y="4213495"/>
            <a:ext cx="940970" cy="16245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add</a:t>
            </a:r>
          </a:p>
        </p:txBody>
      </p:sp>
      <p:sp>
        <p:nvSpPr>
          <p:cNvPr id="17" name="Flowchart: Magnetic Disk 16">
            <a:extLst>
              <a:ext uri="{FF2B5EF4-FFF2-40B4-BE49-F238E27FC236}">
                <a16:creationId xmlns:a16="http://schemas.microsoft.com/office/drawing/2014/main" id="{3554A735-F949-32D2-853F-EF7D89755FC6}"/>
              </a:ext>
            </a:extLst>
          </p:cNvPr>
          <p:cNvSpPr/>
          <p:nvPr/>
        </p:nvSpPr>
        <p:spPr>
          <a:xfrm>
            <a:off x="4396435" y="4183506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716881-DC6A-8800-F0A5-2C3199A9B776}"/>
              </a:ext>
            </a:extLst>
          </p:cNvPr>
          <p:cNvSpPr txBox="1"/>
          <p:nvPr/>
        </p:nvSpPr>
        <p:spPr>
          <a:xfrm>
            <a:off x="944334" y="438552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E6380B-7679-95F6-05E1-8233A7F2571A}"/>
              </a:ext>
            </a:extLst>
          </p:cNvPr>
          <p:cNvSpPr txBox="1"/>
          <p:nvPr/>
        </p:nvSpPr>
        <p:spPr>
          <a:xfrm>
            <a:off x="944334" y="511149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C5115EE-7009-8760-EEFF-F0B6CBB75FD2}"/>
              </a:ext>
            </a:extLst>
          </p:cNvPr>
          <p:cNvCxnSpPr>
            <a:cxnSpLocks/>
          </p:cNvCxnSpPr>
          <p:nvPr/>
        </p:nvCxnSpPr>
        <p:spPr>
          <a:xfrm>
            <a:off x="1508912" y="457055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2493C65-72EA-B48A-6ED6-E183F61CBC57}"/>
              </a:ext>
            </a:extLst>
          </p:cNvPr>
          <p:cNvCxnSpPr>
            <a:cxnSpLocks/>
          </p:cNvCxnSpPr>
          <p:nvPr/>
        </p:nvCxnSpPr>
        <p:spPr>
          <a:xfrm>
            <a:off x="1508912" y="529616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Magnetic Disk 30">
            <a:extLst>
              <a:ext uri="{FF2B5EF4-FFF2-40B4-BE49-F238E27FC236}">
                <a16:creationId xmlns:a16="http://schemas.microsoft.com/office/drawing/2014/main" id="{5E7726F0-8234-8643-6DA5-FCC3F97D698B}"/>
              </a:ext>
            </a:extLst>
          </p:cNvPr>
          <p:cNvSpPr/>
          <p:nvPr/>
        </p:nvSpPr>
        <p:spPr>
          <a:xfrm>
            <a:off x="4396435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BD3402A-818D-1D2D-D75C-21F6FA57504A}"/>
              </a:ext>
            </a:extLst>
          </p:cNvPr>
          <p:cNvCxnSpPr>
            <a:cxnSpLocks/>
          </p:cNvCxnSpPr>
          <p:nvPr/>
        </p:nvCxnSpPr>
        <p:spPr>
          <a:xfrm>
            <a:off x="4046030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E5A687E-631E-3F2D-0D87-386B3BE5839E}"/>
              </a:ext>
            </a:extLst>
          </p:cNvPr>
          <p:cNvCxnSpPr>
            <a:cxnSpLocks/>
          </p:cNvCxnSpPr>
          <p:nvPr/>
        </p:nvCxnSpPr>
        <p:spPr>
          <a:xfrm>
            <a:off x="4053877" y="4557267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46C5DB2-7144-1D84-531D-7EAEDEA2848C}"/>
              </a:ext>
            </a:extLst>
          </p:cNvPr>
          <p:cNvCxnSpPr>
            <a:cxnSpLocks/>
          </p:cNvCxnSpPr>
          <p:nvPr/>
        </p:nvCxnSpPr>
        <p:spPr>
          <a:xfrm>
            <a:off x="5500881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Magnetic Disk 40">
            <a:extLst>
              <a:ext uri="{FF2B5EF4-FFF2-40B4-BE49-F238E27FC236}">
                <a16:creationId xmlns:a16="http://schemas.microsoft.com/office/drawing/2014/main" id="{E98210CE-58AB-3D56-B069-9B74086231BD}"/>
              </a:ext>
            </a:extLst>
          </p:cNvPr>
          <p:cNvSpPr/>
          <p:nvPr/>
        </p:nvSpPr>
        <p:spPr>
          <a:xfrm>
            <a:off x="7826580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D5526B5-76C8-12AC-31FF-114C1DCEFF68}"/>
              </a:ext>
            </a:extLst>
          </p:cNvPr>
          <p:cNvCxnSpPr>
            <a:cxnSpLocks/>
          </p:cNvCxnSpPr>
          <p:nvPr/>
        </p:nvCxnSpPr>
        <p:spPr>
          <a:xfrm>
            <a:off x="7476175" y="539469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3644691-5782-7104-9829-888414926603}"/>
              </a:ext>
            </a:extLst>
          </p:cNvPr>
          <p:cNvCxnSpPr>
            <a:cxnSpLocks/>
          </p:cNvCxnSpPr>
          <p:nvPr/>
        </p:nvCxnSpPr>
        <p:spPr>
          <a:xfrm>
            <a:off x="5522213" y="4570194"/>
            <a:ext cx="37670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8BDB247-9BDF-4F3F-587D-7A1229A6CBAB}"/>
              </a:ext>
            </a:extLst>
          </p:cNvPr>
          <p:cNvCxnSpPr>
            <a:cxnSpLocks/>
          </p:cNvCxnSpPr>
          <p:nvPr/>
        </p:nvCxnSpPr>
        <p:spPr>
          <a:xfrm>
            <a:off x="8938872" y="538040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B9FA5FA-E266-AA4A-0FCB-50D0B47DBD85}"/>
              </a:ext>
            </a:extLst>
          </p:cNvPr>
          <p:cNvSpPr txBox="1"/>
          <p:nvPr/>
        </p:nvSpPr>
        <p:spPr>
          <a:xfrm>
            <a:off x="10641535" y="491682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47E9557-7168-75A2-BBFF-932098358D78}"/>
              </a:ext>
            </a:extLst>
          </p:cNvPr>
          <p:cNvCxnSpPr>
            <a:cxnSpLocks/>
          </p:cNvCxnSpPr>
          <p:nvPr/>
        </p:nvCxnSpPr>
        <p:spPr>
          <a:xfrm>
            <a:off x="10243733" y="5101488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751A8B2-4C0E-BED1-BF8B-BEFA482EC55E}"/>
              </a:ext>
            </a:extLst>
          </p:cNvPr>
          <p:cNvSpPr txBox="1"/>
          <p:nvPr/>
        </p:nvSpPr>
        <p:spPr>
          <a:xfrm>
            <a:off x="1308023" y="1955136"/>
            <a:ext cx="3767330" cy="95410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ptos" panose="020B0004020202020204" pitchFamily="34" charset="0"/>
              </a:rPr>
              <a:t>What to do?</a:t>
            </a:r>
          </a:p>
          <a:p>
            <a:r>
              <a:rPr lang="en-US" sz="2800" b="1" dirty="0">
                <a:latin typeface="Aptos" panose="020B0004020202020204" pitchFamily="34" charset="0"/>
              </a:rPr>
              <a:t>Task level parallelism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29370A-8DCF-8A7A-D618-15FC74119485}"/>
              </a:ext>
            </a:extLst>
          </p:cNvPr>
          <p:cNvSpPr/>
          <p:nvPr/>
        </p:nvSpPr>
        <p:spPr>
          <a:xfrm>
            <a:off x="5851286" y="1056774"/>
            <a:ext cx="1463040" cy="384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4A6945-0537-A51A-BBB0-5D18EB846025}"/>
              </a:ext>
            </a:extLst>
          </p:cNvPr>
          <p:cNvSpPr/>
          <p:nvPr/>
        </p:nvSpPr>
        <p:spPr>
          <a:xfrm>
            <a:off x="5991787" y="1513850"/>
            <a:ext cx="1463040" cy="384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BF6337-04CD-5B69-984B-DA6C1AE38A39}"/>
              </a:ext>
            </a:extLst>
          </p:cNvPr>
          <p:cNvSpPr/>
          <p:nvPr/>
        </p:nvSpPr>
        <p:spPr>
          <a:xfrm>
            <a:off x="6189270" y="1981206"/>
            <a:ext cx="1463040" cy="38424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7D3B5E-44BE-A28B-2B98-9EDE1F905436}"/>
              </a:ext>
            </a:extLst>
          </p:cNvPr>
          <p:cNvSpPr/>
          <p:nvPr/>
        </p:nvSpPr>
        <p:spPr>
          <a:xfrm>
            <a:off x="6330508" y="2469386"/>
            <a:ext cx="1463040" cy="384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24B9C8-F4AE-5105-B1C0-7D4487471CF2}"/>
              </a:ext>
            </a:extLst>
          </p:cNvPr>
          <p:cNvSpPr/>
          <p:nvPr/>
        </p:nvSpPr>
        <p:spPr>
          <a:xfrm>
            <a:off x="6471009" y="2926462"/>
            <a:ext cx="1463040" cy="384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684631-E7CA-B92A-8147-CEE9468855FE}"/>
              </a:ext>
            </a:extLst>
          </p:cNvPr>
          <p:cNvSpPr/>
          <p:nvPr/>
        </p:nvSpPr>
        <p:spPr>
          <a:xfrm>
            <a:off x="6668492" y="3393818"/>
            <a:ext cx="1463040" cy="38424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39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CAE24-272F-9BFA-DF74-80AA12106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923342-8939-4F84-B9DC-CFCA2D424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2CF3D8-8D37-56FD-5560-7F197B6A2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First Optimization – Dataflow within </a:t>
            </a:r>
            <a:r>
              <a:rPr lang="en-US" dirty="0" err="1"/>
              <a:t>SubM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05F946-A750-AB96-42EE-6AEFF9A413A9}"/>
              </a:ext>
            </a:extLst>
          </p:cNvPr>
          <p:cNvSpPr/>
          <p:nvPr/>
        </p:nvSpPr>
        <p:spPr>
          <a:xfrm>
            <a:off x="278700" y="1262725"/>
            <a:ext cx="1463040" cy="384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F8E02C-EB7A-C4D5-AB51-B7F98BA9500B}"/>
              </a:ext>
            </a:extLst>
          </p:cNvPr>
          <p:cNvSpPr/>
          <p:nvPr/>
        </p:nvSpPr>
        <p:spPr>
          <a:xfrm>
            <a:off x="1741740" y="1262725"/>
            <a:ext cx="1463040" cy="384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CA655A-B25E-F168-64FC-7DE886CAEBEC}"/>
              </a:ext>
            </a:extLst>
          </p:cNvPr>
          <p:cNvSpPr/>
          <p:nvPr/>
        </p:nvSpPr>
        <p:spPr>
          <a:xfrm>
            <a:off x="3204780" y="1262725"/>
            <a:ext cx="1463040" cy="38424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9E8925-3505-5EC3-80EB-A32C98C1B15E}"/>
              </a:ext>
            </a:extLst>
          </p:cNvPr>
          <p:cNvSpPr/>
          <p:nvPr/>
        </p:nvSpPr>
        <p:spPr>
          <a:xfrm>
            <a:off x="1859317" y="4200861"/>
            <a:ext cx="2194560" cy="1571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double_increase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9E6993-9D12-3CAD-21D9-902624BCD7A6}"/>
              </a:ext>
            </a:extLst>
          </p:cNvPr>
          <p:cNvSpPr/>
          <p:nvPr/>
        </p:nvSpPr>
        <p:spPr>
          <a:xfrm>
            <a:off x="5851286" y="5220810"/>
            <a:ext cx="163273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increase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589C7F-953B-ED1C-5EC3-A750A634BA81}"/>
              </a:ext>
            </a:extLst>
          </p:cNvPr>
          <p:cNvSpPr/>
          <p:nvPr/>
        </p:nvSpPr>
        <p:spPr>
          <a:xfrm>
            <a:off x="9302763" y="4213495"/>
            <a:ext cx="940970" cy="16245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add</a:t>
            </a:r>
          </a:p>
        </p:txBody>
      </p:sp>
      <p:sp>
        <p:nvSpPr>
          <p:cNvPr id="17" name="Flowchart: Magnetic Disk 16">
            <a:extLst>
              <a:ext uri="{FF2B5EF4-FFF2-40B4-BE49-F238E27FC236}">
                <a16:creationId xmlns:a16="http://schemas.microsoft.com/office/drawing/2014/main" id="{19D5E816-BA66-83B6-E9C3-887EA13A1CE3}"/>
              </a:ext>
            </a:extLst>
          </p:cNvPr>
          <p:cNvSpPr/>
          <p:nvPr/>
        </p:nvSpPr>
        <p:spPr>
          <a:xfrm>
            <a:off x="4396435" y="4183506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31F0E5-2C87-C5D5-31FD-A881EA9A0A40}"/>
              </a:ext>
            </a:extLst>
          </p:cNvPr>
          <p:cNvSpPr txBox="1"/>
          <p:nvPr/>
        </p:nvSpPr>
        <p:spPr>
          <a:xfrm>
            <a:off x="944334" y="438552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155767-8B14-AF1E-325C-E7F4B5D20530}"/>
              </a:ext>
            </a:extLst>
          </p:cNvPr>
          <p:cNvSpPr txBox="1"/>
          <p:nvPr/>
        </p:nvSpPr>
        <p:spPr>
          <a:xfrm>
            <a:off x="944334" y="511149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85F0779-FF82-2AB4-109D-257F1B31941A}"/>
              </a:ext>
            </a:extLst>
          </p:cNvPr>
          <p:cNvCxnSpPr>
            <a:cxnSpLocks/>
          </p:cNvCxnSpPr>
          <p:nvPr/>
        </p:nvCxnSpPr>
        <p:spPr>
          <a:xfrm>
            <a:off x="1508912" y="457055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414769E-ED40-87DD-58A0-594AC3601855}"/>
              </a:ext>
            </a:extLst>
          </p:cNvPr>
          <p:cNvCxnSpPr>
            <a:cxnSpLocks/>
          </p:cNvCxnSpPr>
          <p:nvPr/>
        </p:nvCxnSpPr>
        <p:spPr>
          <a:xfrm>
            <a:off x="1508912" y="529616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Magnetic Disk 30">
            <a:extLst>
              <a:ext uri="{FF2B5EF4-FFF2-40B4-BE49-F238E27FC236}">
                <a16:creationId xmlns:a16="http://schemas.microsoft.com/office/drawing/2014/main" id="{5E29D682-54C9-D1EC-9B08-337BFECEC471}"/>
              </a:ext>
            </a:extLst>
          </p:cNvPr>
          <p:cNvSpPr/>
          <p:nvPr/>
        </p:nvSpPr>
        <p:spPr>
          <a:xfrm>
            <a:off x="4396435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6563F63-9D7C-EA90-4EAA-939C16497EF3}"/>
              </a:ext>
            </a:extLst>
          </p:cNvPr>
          <p:cNvCxnSpPr>
            <a:cxnSpLocks/>
          </p:cNvCxnSpPr>
          <p:nvPr/>
        </p:nvCxnSpPr>
        <p:spPr>
          <a:xfrm>
            <a:off x="4046030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601D31D-3CBA-5366-60F2-372A9BBBBEDB}"/>
              </a:ext>
            </a:extLst>
          </p:cNvPr>
          <p:cNvCxnSpPr>
            <a:cxnSpLocks/>
          </p:cNvCxnSpPr>
          <p:nvPr/>
        </p:nvCxnSpPr>
        <p:spPr>
          <a:xfrm>
            <a:off x="4053877" y="4557267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775228E-7B7E-B9F9-9B09-19818C2CEBDF}"/>
              </a:ext>
            </a:extLst>
          </p:cNvPr>
          <p:cNvCxnSpPr>
            <a:cxnSpLocks/>
          </p:cNvCxnSpPr>
          <p:nvPr/>
        </p:nvCxnSpPr>
        <p:spPr>
          <a:xfrm>
            <a:off x="5500881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Magnetic Disk 40">
            <a:extLst>
              <a:ext uri="{FF2B5EF4-FFF2-40B4-BE49-F238E27FC236}">
                <a16:creationId xmlns:a16="http://schemas.microsoft.com/office/drawing/2014/main" id="{5BCC46A7-CBCB-8A2A-CFF9-9BBD3A64BD08}"/>
              </a:ext>
            </a:extLst>
          </p:cNvPr>
          <p:cNvSpPr/>
          <p:nvPr/>
        </p:nvSpPr>
        <p:spPr>
          <a:xfrm>
            <a:off x="7826580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33AE6A0-C491-5051-DB31-C6371D135841}"/>
              </a:ext>
            </a:extLst>
          </p:cNvPr>
          <p:cNvCxnSpPr>
            <a:cxnSpLocks/>
          </p:cNvCxnSpPr>
          <p:nvPr/>
        </p:nvCxnSpPr>
        <p:spPr>
          <a:xfrm>
            <a:off x="7476175" y="539469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100D77B-46CB-027A-2065-DD0C1177DB1D}"/>
              </a:ext>
            </a:extLst>
          </p:cNvPr>
          <p:cNvCxnSpPr>
            <a:cxnSpLocks/>
          </p:cNvCxnSpPr>
          <p:nvPr/>
        </p:nvCxnSpPr>
        <p:spPr>
          <a:xfrm>
            <a:off x="5522213" y="4570194"/>
            <a:ext cx="37670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CC30129-6673-6109-8379-0602094FE9F2}"/>
              </a:ext>
            </a:extLst>
          </p:cNvPr>
          <p:cNvCxnSpPr>
            <a:cxnSpLocks/>
          </p:cNvCxnSpPr>
          <p:nvPr/>
        </p:nvCxnSpPr>
        <p:spPr>
          <a:xfrm>
            <a:off x="8938872" y="538040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43D15E6-07B6-335B-CDEF-EA35AEE35A94}"/>
              </a:ext>
            </a:extLst>
          </p:cNvPr>
          <p:cNvSpPr txBox="1"/>
          <p:nvPr/>
        </p:nvSpPr>
        <p:spPr>
          <a:xfrm>
            <a:off x="10641535" y="491682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BB09647-B5FF-CD6F-85A1-26E82AFD138E}"/>
              </a:ext>
            </a:extLst>
          </p:cNvPr>
          <p:cNvCxnSpPr>
            <a:cxnSpLocks/>
          </p:cNvCxnSpPr>
          <p:nvPr/>
        </p:nvCxnSpPr>
        <p:spPr>
          <a:xfrm>
            <a:off x="10243733" y="5101488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4583619-79D8-9454-7E66-1EA01FB137BE}"/>
              </a:ext>
            </a:extLst>
          </p:cNvPr>
          <p:cNvSpPr txBox="1"/>
          <p:nvPr/>
        </p:nvSpPr>
        <p:spPr>
          <a:xfrm>
            <a:off x="5168015" y="1338478"/>
            <a:ext cx="6900055" cy="22084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subM</a:t>
            </a:r>
            <a:r>
              <a:rPr lang="en-US" b="0" dirty="0">
                <a:effectLst/>
                <a:latin typeface="Consolas" panose="020B0609020204030204" pitchFamily="49" charset="0"/>
              </a:rPr>
              <a:t>(int in1[128], int in2[128], int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[128]) {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#pragma HLS dataflow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int tmp1[128], tmp2[128], tmp3[128];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dirty="0" err="1">
                <a:effectLst/>
                <a:latin typeface="Consolas" panose="020B0609020204030204" pitchFamily="49" charset="0"/>
              </a:rPr>
              <a:t>double_increase</a:t>
            </a:r>
            <a:r>
              <a:rPr lang="en-US" b="0" dirty="0"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in1</a:t>
            </a:r>
            <a:r>
              <a:rPr lang="en-US" b="0" dirty="0">
                <a:effectLst/>
                <a:latin typeface="Consolas" panose="020B0609020204030204" pitchFamily="49" charset="0"/>
              </a:rPr>
              <a:t>, in2, tmp1, tmp2);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increase(tmp2, tmp3);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add(tmp1, tmp3,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15A276-167D-1680-EA31-F79472176816}"/>
              </a:ext>
            </a:extLst>
          </p:cNvPr>
          <p:cNvSpPr/>
          <p:nvPr/>
        </p:nvSpPr>
        <p:spPr>
          <a:xfrm>
            <a:off x="278700" y="2312019"/>
            <a:ext cx="1463040" cy="384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C83F1D-3558-6CC5-239D-BFA394256913}"/>
              </a:ext>
            </a:extLst>
          </p:cNvPr>
          <p:cNvSpPr/>
          <p:nvPr/>
        </p:nvSpPr>
        <p:spPr>
          <a:xfrm>
            <a:off x="396277" y="2783879"/>
            <a:ext cx="1463040" cy="384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CE3CAD-EC14-9C86-576C-D3FAEF20DF96}"/>
              </a:ext>
            </a:extLst>
          </p:cNvPr>
          <p:cNvSpPr/>
          <p:nvPr/>
        </p:nvSpPr>
        <p:spPr>
          <a:xfrm>
            <a:off x="575490" y="3255739"/>
            <a:ext cx="1463040" cy="38424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62BA15A-3028-55B1-7849-513430DABD77}"/>
              </a:ext>
            </a:extLst>
          </p:cNvPr>
          <p:cNvSpPr/>
          <p:nvPr/>
        </p:nvSpPr>
        <p:spPr>
          <a:xfrm>
            <a:off x="944334" y="1784226"/>
            <a:ext cx="351903" cy="38424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12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D7021-EED5-3DC2-0F35-5E289271B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EB391B-0C31-1C26-C958-6DACAEF0E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6047FB-736D-BCF2-4C8D-17D02501E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First Optimization – Dataflow within </a:t>
            </a:r>
            <a:r>
              <a:rPr lang="en-US" dirty="0" err="1"/>
              <a:t>SubM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E81FAE-78C4-3DAD-8027-772191C616D1}"/>
              </a:ext>
            </a:extLst>
          </p:cNvPr>
          <p:cNvSpPr/>
          <p:nvPr/>
        </p:nvSpPr>
        <p:spPr>
          <a:xfrm>
            <a:off x="1859317" y="4200861"/>
            <a:ext cx="2194560" cy="1571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double_increase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EF8680-CEEE-C81E-9306-E6D6A41B1C78}"/>
              </a:ext>
            </a:extLst>
          </p:cNvPr>
          <p:cNvSpPr/>
          <p:nvPr/>
        </p:nvSpPr>
        <p:spPr>
          <a:xfrm>
            <a:off x="5851286" y="5220810"/>
            <a:ext cx="163273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increase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AB6439-8C78-9C9A-4008-8DC19E397A14}"/>
              </a:ext>
            </a:extLst>
          </p:cNvPr>
          <p:cNvSpPr/>
          <p:nvPr/>
        </p:nvSpPr>
        <p:spPr>
          <a:xfrm>
            <a:off x="9302763" y="4213495"/>
            <a:ext cx="940970" cy="16245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add</a:t>
            </a:r>
          </a:p>
        </p:txBody>
      </p:sp>
      <p:sp>
        <p:nvSpPr>
          <p:cNvPr id="17" name="Flowchart: Magnetic Disk 16">
            <a:extLst>
              <a:ext uri="{FF2B5EF4-FFF2-40B4-BE49-F238E27FC236}">
                <a16:creationId xmlns:a16="http://schemas.microsoft.com/office/drawing/2014/main" id="{85ABC781-9B1B-96B3-46BB-F1B30B2C7A78}"/>
              </a:ext>
            </a:extLst>
          </p:cNvPr>
          <p:cNvSpPr/>
          <p:nvPr/>
        </p:nvSpPr>
        <p:spPr>
          <a:xfrm>
            <a:off x="4396435" y="4183506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7BB62F-0B6E-B69D-00D3-8E74743D3ACC}"/>
              </a:ext>
            </a:extLst>
          </p:cNvPr>
          <p:cNvSpPr txBox="1"/>
          <p:nvPr/>
        </p:nvSpPr>
        <p:spPr>
          <a:xfrm>
            <a:off x="944334" y="438552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431D44-F704-97BF-4661-B63C25B8ECC5}"/>
              </a:ext>
            </a:extLst>
          </p:cNvPr>
          <p:cNvSpPr txBox="1"/>
          <p:nvPr/>
        </p:nvSpPr>
        <p:spPr>
          <a:xfrm>
            <a:off x="944334" y="511149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5C0B06-7691-7413-72BE-0C79C7387DAD}"/>
              </a:ext>
            </a:extLst>
          </p:cNvPr>
          <p:cNvCxnSpPr>
            <a:cxnSpLocks/>
          </p:cNvCxnSpPr>
          <p:nvPr/>
        </p:nvCxnSpPr>
        <p:spPr>
          <a:xfrm>
            <a:off x="1508912" y="457055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0065356-3CE3-88E7-A0ED-10408E0307EB}"/>
              </a:ext>
            </a:extLst>
          </p:cNvPr>
          <p:cNvCxnSpPr>
            <a:cxnSpLocks/>
          </p:cNvCxnSpPr>
          <p:nvPr/>
        </p:nvCxnSpPr>
        <p:spPr>
          <a:xfrm>
            <a:off x="1508912" y="529616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Magnetic Disk 30">
            <a:extLst>
              <a:ext uri="{FF2B5EF4-FFF2-40B4-BE49-F238E27FC236}">
                <a16:creationId xmlns:a16="http://schemas.microsoft.com/office/drawing/2014/main" id="{B588BE04-359A-34D4-7DA8-5D441581C5FF}"/>
              </a:ext>
            </a:extLst>
          </p:cNvPr>
          <p:cNvSpPr/>
          <p:nvPr/>
        </p:nvSpPr>
        <p:spPr>
          <a:xfrm>
            <a:off x="4396435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3B12AB5-7F89-90C2-D44E-D1BBD8E4F00A}"/>
              </a:ext>
            </a:extLst>
          </p:cNvPr>
          <p:cNvCxnSpPr>
            <a:cxnSpLocks/>
          </p:cNvCxnSpPr>
          <p:nvPr/>
        </p:nvCxnSpPr>
        <p:spPr>
          <a:xfrm>
            <a:off x="4046030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3CC0019-CF6A-FF14-DAB9-3456F71C6D88}"/>
              </a:ext>
            </a:extLst>
          </p:cNvPr>
          <p:cNvCxnSpPr>
            <a:cxnSpLocks/>
          </p:cNvCxnSpPr>
          <p:nvPr/>
        </p:nvCxnSpPr>
        <p:spPr>
          <a:xfrm>
            <a:off x="4053877" y="4557267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EEF9698-BF8B-E319-4AD9-5E1B0684DB40}"/>
              </a:ext>
            </a:extLst>
          </p:cNvPr>
          <p:cNvCxnSpPr>
            <a:cxnSpLocks/>
          </p:cNvCxnSpPr>
          <p:nvPr/>
        </p:nvCxnSpPr>
        <p:spPr>
          <a:xfrm>
            <a:off x="5500881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Magnetic Disk 40">
            <a:extLst>
              <a:ext uri="{FF2B5EF4-FFF2-40B4-BE49-F238E27FC236}">
                <a16:creationId xmlns:a16="http://schemas.microsoft.com/office/drawing/2014/main" id="{54C225B0-A161-06B1-F56A-0D6862A9A973}"/>
              </a:ext>
            </a:extLst>
          </p:cNvPr>
          <p:cNvSpPr/>
          <p:nvPr/>
        </p:nvSpPr>
        <p:spPr>
          <a:xfrm>
            <a:off x="7826580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F4DE957-4872-C354-7BB3-14BE87A6DB48}"/>
              </a:ext>
            </a:extLst>
          </p:cNvPr>
          <p:cNvCxnSpPr>
            <a:cxnSpLocks/>
          </p:cNvCxnSpPr>
          <p:nvPr/>
        </p:nvCxnSpPr>
        <p:spPr>
          <a:xfrm>
            <a:off x="7476175" y="539469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8CF59EB-4267-8636-03DD-7B311C62CA82}"/>
              </a:ext>
            </a:extLst>
          </p:cNvPr>
          <p:cNvCxnSpPr>
            <a:cxnSpLocks/>
          </p:cNvCxnSpPr>
          <p:nvPr/>
        </p:nvCxnSpPr>
        <p:spPr>
          <a:xfrm>
            <a:off x="5522213" y="4570194"/>
            <a:ext cx="37670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89EA8DA-A558-0550-AEAC-5F67E99CBE22}"/>
              </a:ext>
            </a:extLst>
          </p:cNvPr>
          <p:cNvCxnSpPr>
            <a:cxnSpLocks/>
          </p:cNvCxnSpPr>
          <p:nvPr/>
        </p:nvCxnSpPr>
        <p:spPr>
          <a:xfrm>
            <a:off x="8938872" y="538040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FDD99AB-4D4A-2388-C78E-BB99C75C6E63}"/>
              </a:ext>
            </a:extLst>
          </p:cNvPr>
          <p:cNvSpPr txBox="1"/>
          <p:nvPr/>
        </p:nvSpPr>
        <p:spPr>
          <a:xfrm>
            <a:off x="10641535" y="491682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2841770-7C1A-FAE1-6444-32E80BBCCD65}"/>
              </a:ext>
            </a:extLst>
          </p:cNvPr>
          <p:cNvCxnSpPr>
            <a:cxnSpLocks/>
          </p:cNvCxnSpPr>
          <p:nvPr/>
        </p:nvCxnSpPr>
        <p:spPr>
          <a:xfrm>
            <a:off x="10243733" y="5101488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A6D642D-5CF4-85D1-A1D4-DCE30CBBEE8F}"/>
              </a:ext>
            </a:extLst>
          </p:cNvPr>
          <p:cNvSpPr txBox="1"/>
          <p:nvPr/>
        </p:nvSpPr>
        <p:spPr>
          <a:xfrm>
            <a:off x="391886" y="1151046"/>
            <a:ext cx="115214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By default, HLS dataflow uses ping-pong buffers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So that </a:t>
            </a:r>
            <a:r>
              <a:rPr lang="en-US" sz="2400" b="1" dirty="0" err="1">
                <a:latin typeface="Aptos" panose="020B0004020202020204" pitchFamily="34" charset="0"/>
              </a:rPr>
              <a:t>double_increase</a:t>
            </a:r>
            <a:r>
              <a:rPr lang="en-US" sz="2400" b="1" dirty="0">
                <a:latin typeface="Aptos" panose="020B0004020202020204" pitchFamily="34" charset="0"/>
              </a:rPr>
              <a:t> </a:t>
            </a:r>
            <a:r>
              <a:rPr lang="en-US" sz="2400" dirty="0">
                <a:latin typeface="Aptos" panose="020B0004020202020204" pitchFamily="34" charset="0"/>
              </a:rPr>
              <a:t>and </a:t>
            </a:r>
            <a:r>
              <a:rPr lang="en-US" sz="2400" b="1" dirty="0">
                <a:latin typeface="Aptos" panose="020B0004020202020204" pitchFamily="34" charset="0"/>
              </a:rPr>
              <a:t>increase</a:t>
            </a:r>
            <a:r>
              <a:rPr lang="en-US" sz="2400" dirty="0">
                <a:latin typeface="Aptos" panose="020B0004020202020204" pitchFamily="34" charset="0"/>
              </a:rPr>
              <a:t> can avoid memory conflict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Same for other buffers</a:t>
            </a:r>
          </a:p>
        </p:txBody>
      </p:sp>
    </p:spTree>
    <p:extLst>
      <p:ext uri="{BB962C8B-B14F-4D97-AF65-F5344CB8AC3E}">
        <p14:creationId xmlns:p14="http://schemas.microsoft.com/office/powerpoint/2010/main" val="2337426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F1E98-E7C0-7E5A-A4CF-455016D64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61AA55-C385-BC1F-E7D4-B9EFB1460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81ED01-F3E7-10B6-50F1-03A4EF43D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First Optimization – Dataflow within </a:t>
            </a:r>
            <a:r>
              <a:rPr lang="en-US" dirty="0" err="1"/>
              <a:t>SubM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4045E6-C231-CAC2-EC17-B576B1AE1E8E}"/>
              </a:ext>
            </a:extLst>
          </p:cNvPr>
          <p:cNvSpPr/>
          <p:nvPr/>
        </p:nvSpPr>
        <p:spPr>
          <a:xfrm>
            <a:off x="1770785" y="2312747"/>
            <a:ext cx="2194560" cy="1571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double_increase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36D6EB-62DD-231D-5D3F-57EF6B9A0112}"/>
              </a:ext>
            </a:extLst>
          </p:cNvPr>
          <p:cNvSpPr/>
          <p:nvPr/>
        </p:nvSpPr>
        <p:spPr>
          <a:xfrm>
            <a:off x="5762754" y="3332696"/>
            <a:ext cx="163273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increase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587869-61ED-9A0C-9EAA-C2DF7E5C9C2E}"/>
              </a:ext>
            </a:extLst>
          </p:cNvPr>
          <p:cNvSpPr/>
          <p:nvPr/>
        </p:nvSpPr>
        <p:spPr>
          <a:xfrm>
            <a:off x="9214231" y="2325381"/>
            <a:ext cx="940970" cy="16245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add</a:t>
            </a:r>
          </a:p>
        </p:txBody>
      </p:sp>
      <p:sp>
        <p:nvSpPr>
          <p:cNvPr id="17" name="Flowchart: Magnetic Disk 16">
            <a:extLst>
              <a:ext uri="{FF2B5EF4-FFF2-40B4-BE49-F238E27FC236}">
                <a16:creationId xmlns:a16="http://schemas.microsoft.com/office/drawing/2014/main" id="{16F54D44-59A1-DAB3-013D-6934D2A082AD}"/>
              </a:ext>
            </a:extLst>
          </p:cNvPr>
          <p:cNvSpPr/>
          <p:nvPr/>
        </p:nvSpPr>
        <p:spPr>
          <a:xfrm>
            <a:off x="4307903" y="2295392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tmp1B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99AE96-1511-1651-7237-5E3B44D1AB4C}"/>
              </a:ext>
            </a:extLst>
          </p:cNvPr>
          <p:cNvSpPr txBox="1"/>
          <p:nvPr/>
        </p:nvSpPr>
        <p:spPr>
          <a:xfrm>
            <a:off x="855802" y="249741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D7962D-4DCE-68C5-1D45-C207D2114961}"/>
              </a:ext>
            </a:extLst>
          </p:cNvPr>
          <p:cNvSpPr txBox="1"/>
          <p:nvPr/>
        </p:nvSpPr>
        <p:spPr>
          <a:xfrm>
            <a:off x="855802" y="3223380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ABAC3F-B3E6-182F-8E92-0E8E603CF995}"/>
              </a:ext>
            </a:extLst>
          </p:cNvPr>
          <p:cNvCxnSpPr>
            <a:cxnSpLocks/>
          </p:cNvCxnSpPr>
          <p:nvPr/>
        </p:nvCxnSpPr>
        <p:spPr>
          <a:xfrm>
            <a:off x="1420380" y="268244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E6D8B4-5B6B-D077-A802-77FE0BFCECBB}"/>
              </a:ext>
            </a:extLst>
          </p:cNvPr>
          <p:cNvCxnSpPr>
            <a:cxnSpLocks/>
          </p:cNvCxnSpPr>
          <p:nvPr/>
        </p:nvCxnSpPr>
        <p:spPr>
          <a:xfrm>
            <a:off x="1420380" y="3408046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Magnetic Disk 30">
            <a:extLst>
              <a:ext uri="{FF2B5EF4-FFF2-40B4-BE49-F238E27FC236}">
                <a16:creationId xmlns:a16="http://schemas.microsoft.com/office/drawing/2014/main" id="{992EF925-DD34-59FF-E365-2D0052BCC1A3}"/>
              </a:ext>
            </a:extLst>
          </p:cNvPr>
          <p:cNvSpPr/>
          <p:nvPr/>
        </p:nvSpPr>
        <p:spPr>
          <a:xfrm>
            <a:off x="4307903" y="3137665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tmp2A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8352F88-D5AC-3DC2-D82C-DFE95A9680C1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3957498" y="3526327"/>
            <a:ext cx="361245" cy="8422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D1CED22-A588-93D4-BF2B-B19DBDB8E9DB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3965345" y="1817977"/>
            <a:ext cx="358354" cy="8511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83024A5-6EEA-665D-F2E1-5E23067AD5CD}"/>
              </a:ext>
            </a:extLst>
          </p:cNvPr>
          <p:cNvCxnSpPr>
            <a:cxnSpLocks/>
          </p:cNvCxnSpPr>
          <p:nvPr/>
        </p:nvCxnSpPr>
        <p:spPr>
          <a:xfrm>
            <a:off x="5412349" y="3526327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Magnetic Disk 40">
            <a:extLst>
              <a:ext uri="{FF2B5EF4-FFF2-40B4-BE49-F238E27FC236}">
                <a16:creationId xmlns:a16="http://schemas.microsoft.com/office/drawing/2014/main" id="{C931222B-5ECB-4FCD-4B29-903E93F08FDA}"/>
              </a:ext>
            </a:extLst>
          </p:cNvPr>
          <p:cNvSpPr/>
          <p:nvPr/>
        </p:nvSpPr>
        <p:spPr>
          <a:xfrm>
            <a:off x="7738048" y="3137665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tmp3A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336CD40-678E-CE62-D066-F198F6E78BA8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7387643" y="3506576"/>
            <a:ext cx="350405" cy="8203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53B7E70-EDCE-FA71-940B-F717EA5F8947}"/>
              </a:ext>
            </a:extLst>
          </p:cNvPr>
          <p:cNvCxnSpPr>
            <a:cxnSpLocks/>
          </p:cNvCxnSpPr>
          <p:nvPr/>
        </p:nvCxnSpPr>
        <p:spPr>
          <a:xfrm>
            <a:off x="5433681" y="2682080"/>
            <a:ext cx="37670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3135F7E-3988-1940-3140-3F02FC764C79}"/>
              </a:ext>
            </a:extLst>
          </p:cNvPr>
          <p:cNvCxnSpPr>
            <a:cxnSpLocks/>
          </p:cNvCxnSpPr>
          <p:nvPr/>
        </p:nvCxnSpPr>
        <p:spPr>
          <a:xfrm>
            <a:off x="8850340" y="349229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9273557-A850-144A-6CCA-DC63F667BC6E}"/>
              </a:ext>
            </a:extLst>
          </p:cNvPr>
          <p:cNvSpPr txBox="1"/>
          <p:nvPr/>
        </p:nvSpPr>
        <p:spPr>
          <a:xfrm>
            <a:off x="10553003" y="302870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482E1C3-62A9-AA56-E2C1-E46202D87B23}"/>
              </a:ext>
            </a:extLst>
          </p:cNvPr>
          <p:cNvCxnSpPr>
            <a:cxnSpLocks/>
          </p:cNvCxnSpPr>
          <p:nvPr/>
        </p:nvCxnSpPr>
        <p:spPr>
          <a:xfrm>
            <a:off x="10155201" y="321337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owchart: Magnetic Disk 24">
            <a:extLst>
              <a:ext uri="{FF2B5EF4-FFF2-40B4-BE49-F238E27FC236}">
                <a16:creationId xmlns:a16="http://schemas.microsoft.com/office/drawing/2014/main" id="{FE2ED735-D148-CBC9-C254-0392A2091439}"/>
              </a:ext>
            </a:extLst>
          </p:cNvPr>
          <p:cNvSpPr/>
          <p:nvPr/>
        </p:nvSpPr>
        <p:spPr>
          <a:xfrm>
            <a:off x="4318743" y="4001768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tmp2B</a:t>
            </a:r>
          </a:p>
        </p:txBody>
      </p:sp>
      <p:sp>
        <p:nvSpPr>
          <p:cNvPr id="27" name="Flowchart: Magnetic Disk 26">
            <a:extLst>
              <a:ext uri="{FF2B5EF4-FFF2-40B4-BE49-F238E27FC236}">
                <a16:creationId xmlns:a16="http://schemas.microsoft.com/office/drawing/2014/main" id="{66CAFE6F-B13D-C417-F2A0-9A69F3BD9E2A}"/>
              </a:ext>
            </a:extLst>
          </p:cNvPr>
          <p:cNvSpPr/>
          <p:nvPr/>
        </p:nvSpPr>
        <p:spPr>
          <a:xfrm>
            <a:off x="4323699" y="1451145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tmp1A</a:t>
            </a:r>
          </a:p>
        </p:txBody>
      </p:sp>
      <p:sp>
        <p:nvSpPr>
          <p:cNvPr id="29" name="Flowchart: Magnetic Disk 28">
            <a:extLst>
              <a:ext uri="{FF2B5EF4-FFF2-40B4-BE49-F238E27FC236}">
                <a16:creationId xmlns:a16="http://schemas.microsoft.com/office/drawing/2014/main" id="{7447D05F-8BE2-FD5E-B2BC-4B9491CC2056}"/>
              </a:ext>
            </a:extLst>
          </p:cNvPr>
          <p:cNvSpPr/>
          <p:nvPr/>
        </p:nvSpPr>
        <p:spPr>
          <a:xfrm>
            <a:off x="7738048" y="3960080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tmp3B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E1A8E8-9DBE-5C0F-CA01-EA42BE2A732D}"/>
              </a:ext>
            </a:extLst>
          </p:cNvPr>
          <p:cNvSpPr txBox="1"/>
          <p:nvPr/>
        </p:nvSpPr>
        <p:spPr>
          <a:xfrm>
            <a:off x="2376933" y="5029857"/>
            <a:ext cx="7448271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Must follow dataflow canonical form</a:t>
            </a:r>
          </a:p>
        </p:txBody>
      </p:sp>
    </p:spTree>
    <p:extLst>
      <p:ext uri="{BB962C8B-B14F-4D97-AF65-F5344CB8AC3E}">
        <p14:creationId xmlns:p14="http://schemas.microsoft.com/office/powerpoint/2010/main" val="2851311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C9BBC-6AFC-E0C1-BA3A-3CB0B9D65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6FAF53-EA2B-3775-2D52-A59627EC1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Second Optimization – Dataflow of </a:t>
            </a:r>
            <a:r>
              <a:rPr lang="en-US" dirty="0" err="1"/>
              <a:t>TopM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5B37A-55DB-2B5C-1CDE-0C24E82D07C7}"/>
              </a:ext>
            </a:extLst>
          </p:cNvPr>
          <p:cNvSpPr txBox="1"/>
          <p:nvPr/>
        </p:nvSpPr>
        <p:spPr>
          <a:xfrm>
            <a:off x="406822" y="1298285"/>
            <a:ext cx="6900055" cy="22084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subM</a:t>
            </a:r>
            <a:r>
              <a:rPr lang="en-US" b="0" dirty="0">
                <a:effectLst/>
                <a:latin typeface="Consolas" panose="020B0609020204030204" pitchFamily="49" charset="0"/>
              </a:rPr>
              <a:t>(int in1[128], int in2[128], int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[128]) {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#pragma HLS dataflow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int tmp1[128], tmp2[128], tmp3[128];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dirty="0" err="1">
                <a:effectLst/>
                <a:latin typeface="Consolas" panose="020B0609020204030204" pitchFamily="49" charset="0"/>
              </a:rPr>
              <a:t>double_increase</a:t>
            </a:r>
            <a:r>
              <a:rPr lang="en-US" b="0" dirty="0"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in1</a:t>
            </a:r>
            <a:r>
              <a:rPr lang="en-US" b="0" dirty="0">
                <a:effectLst/>
                <a:latin typeface="Consolas" panose="020B0609020204030204" pitchFamily="49" charset="0"/>
              </a:rPr>
              <a:t>, in2, tmp1, tmp2);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increase(tmp2, tmp3);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add(tmp1, tmp3,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BCC5C5-2DBF-4CCC-8EAB-F5B2530FA9DA}"/>
              </a:ext>
            </a:extLst>
          </p:cNvPr>
          <p:cNvSpPr txBox="1"/>
          <p:nvPr/>
        </p:nvSpPr>
        <p:spPr>
          <a:xfrm>
            <a:off x="406822" y="3845515"/>
            <a:ext cx="5861812" cy="19037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topM</a:t>
            </a:r>
            <a:r>
              <a:rPr lang="en-US" b="0" dirty="0"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#pragma HLS dataflow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dirty="0">
                <a:latin typeface="Consolas" panose="020B0609020204030204" pitchFamily="49" charset="0"/>
              </a:rPr>
              <a:t>for(int i = 0; i &lt; 4; i++)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calling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subM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with different arrays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		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subM</a:t>
            </a:r>
            <a:r>
              <a:rPr lang="en-US" b="0" dirty="0">
                <a:effectLst/>
                <a:latin typeface="Consolas" panose="020B0609020204030204" pitchFamily="49" charset="0"/>
              </a:rPr>
              <a:t>(...);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601CFC-11DC-B889-1DBB-C362E8095EF2}"/>
              </a:ext>
            </a:extLst>
          </p:cNvPr>
          <p:cNvGrpSpPr/>
          <p:nvPr/>
        </p:nvGrpSpPr>
        <p:grpSpPr>
          <a:xfrm>
            <a:off x="7773315" y="1298285"/>
            <a:ext cx="1863055" cy="914400"/>
            <a:chOff x="7753218" y="1043610"/>
            <a:chExt cx="1863055" cy="9144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4D7D2B-6405-0ECC-AD76-512B868A99D4}"/>
                </a:ext>
              </a:extLst>
            </p:cNvPr>
            <p:cNvSpPr/>
            <p:nvPr/>
          </p:nvSpPr>
          <p:spPr>
            <a:xfrm>
              <a:off x="7815694" y="1106164"/>
              <a:ext cx="1463040" cy="20434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B39E8FC-9D2F-206B-9E49-6921DE795730}"/>
                </a:ext>
              </a:extLst>
            </p:cNvPr>
            <p:cNvSpPr/>
            <p:nvPr/>
          </p:nvSpPr>
          <p:spPr>
            <a:xfrm>
              <a:off x="7936099" y="1398638"/>
              <a:ext cx="1463040" cy="2043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7ABDD8-644C-C90A-191D-9E95EA719534}"/>
                </a:ext>
              </a:extLst>
            </p:cNvPr>
            <p:cNvSpPr/>
            <p:nvPr/>
          </p:nvSpPr>
          <p:spPr>
            <a:xfrm>
              <a:off x="8073292" y="1691112"/>
              <a:ext cx="1463040" cy="20434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ADD777-84BB-7F58-8A04-D5463AFA14C0}"/>
                </a:ext>
              </a:extLst>
            </p:cNvPr>
            <p:cNvSpPr/>
            <p:nvPr/>
          </p:nvSpPr>
          <p:spPr>
            <a:xfrm>
              <a:off x="7753218" y="1043610"/>
              <a:ext cx="1863055" cy="914400"/>
            </a:xfrm>
            <a:prstGeom prst="rect">
              <a:avLst/>
            </a:prstGeom>
            <a:noFill/>
            <a:ln w="2857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B0AC721-8F3D-41F8-A462-E15AFD5E8861}"/>
              </a:ext>
            </a:extLst>
          </p:cNvPr>
          <p:cNvGrpSpPr/>
          <p:nvPr/>
        </p:nvGrpSpPr>
        <p:grpSpPr>
          <a:xfrm>
            <a:off x="9636370" y="2402497"/>
            <a:ext cx="1863055" cy="914400"/>
            <a:chOff x="7753218" y="1043610"/>
            <a:chExt cx="1863055" cy="9144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AC38999-DC7F-5566-AD24-E20D0BB47770}"/>
                </a:ext>
              </a:extLst>
            </p:cNvPr>
            <p:cNvSpPr/>
            <p:nvPr/>
          </p:nvSpPr>
          <p:spPr>
            <a:xfrm>
              <a:off x="7815694" y="1106164"/>
              <a:ext cx="1463040" cy="20434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507A761-3E12-0D02-5B9C-BAFEC7F072A7}"/>
                </a:ext>
              </a:extLst>
            </p:cNvPr>
            <p:cNvSpPr/>
            <p:nvPr/>
          </p:nvSpPr>
          <p:spPr>
            <a:xfrm>
              <a:off x="7936099" y="1398638"/>
              <a:ext cx="1463040" cy="2043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884FDA1-6C50-0F9B-0237-9D2BC4C5425F}"/>
                </a:ext>
              </a:extLst>
            </p:cNvPr>
            <p:cNvSpPr/>
            <p:nvPr/>
          </p:nvSpPr>
          <p:spPr>
            <a:xfrm>
              <a:off x="8073292" y="1691112"/>
              <a:ext cx="1463040" cy="20434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3E65A21-1388-BA69-AA7E-FF81C9642C57}"/>
                </a:ext>
              </a:extLst>
            </p:cNvPr>
            <p:cNvSpPr/>
            <p:nvPr/>
          </p:nvSpPr>
          <p:spPr>
            <a:xfrm>
              <a:off x="7753218" y="1043610"/>
              <a:ext cx="1863055" cy="914400"/>
            </a:xfrm>
            <a:prstGeom prst="rect">
              <a:avLst/>
            </a:prstGeom>
            <a:noFill/>
            <a:ln w="2857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0D7841F-03F9-5282-905F-9DAD7889C2D7}"/>
              </a:ext>
            </a:extLst>
          </p:cNvPr>
          <p:cNvGrpSpPr/>
          <p:nvPr/>
        </p:nvGrpSpPr>
        <p:grpSpPr>
          <a:xfrm>
            <a:off x="7756188" y="4188116"/>
            <a:ext cx="1863055" cy="914400"/>
            <a:chOff x="7753218" y="1043610"/>
            <a:chExt cx="1863055" cy="9144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F496B67-87E8-9150-1249-1B9DFA665074}"/>
                </a:ext>
              </a:extLst>
            </p:cNvPr>
            <p:cNvSpPr/>
            <p:nvPr/>
          </p:nvSpPr>
          <p:spPr>
            <a:xfrm>
              <a:off x="7815694" y="1106164"/>
              <a:ext cx="1463040" cy="20434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C6FB51C-33AE-1F37-3F16-5F6B3A3D5DA5}"/>
                </a:ext>
              </a:extLst>
            </p:cNvPr>
            <p:cNvSpPr/>
            <p:nvPr/>
          </p:nvSpPr>
          <p:spPr>
            <a:xfrm>
              <a:off x="7936099" y="1398638"/>
              <a:ext cx="1463040" cy="2043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B9CFACF-1C6D-6D63-9104-28B06485A07E}"/>
                </a:ext>
              </a:extLst>
            </p:cNvPr>
            <p:cNvSpPr/>
            <p:nvPr/>
          </p:nvSpPr>
          <p:spPr>
            <a:xfrm>
              <a:off x="8073292" y="1691112"/>
              <a:ext cx="1463040" cy="20434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322A3D8-B84B-76C6-DB2A-E98099A12D43}"/>
                </a:ext>
              </a:extLst>
            </p:cNvPr>
            <p:cNvSpPr/>
            <p:nvPr/>
          </p:nvSpPr>
          <p:spPr>
            <a:xfrm>
              <a:off x="7753218" y="1043610"/>
              <a:ext cx="1863055" cy="914400"/>
            </a:xfrm>
            <a:prstGeom prst="rect">
              <a:avLst/>
            </a:prstGeom>
            <a:noFill/>
            <a:ln w="2857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C440598-DE54-DB8B-98C7-0CB36A9502D0}"/>
              </a:ext>
            </a:extLst>
          </p:cNvPr>
          <p:cNvGrpSpPr/>
          <p:nvPr/>
        </p:nvGrpSpPr>
        <p:grpSpPr>
          <a:xfrm>
            <a:off x="8210038" y="5230264"/>
            <a:ext cx="1863055" cy="914400"/>
            <a:chOff x="7753218" y="1043610"/>
            <a:chExt cx="1863055" cy="9144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4E60C4-48BE-222C-CF2A-364B90FB99F1}"/>
                </a:ext>
              </a:extLst>
            </p:cNvPr>
            <p:cNvSpPr/>
            <p:nvPr/>
          </p:nvSpPr>
          <p:spPr>
            <a:xfrm>
              <a:off x="7815694" y="1106164"/>
              <a:ext cx="1463040" cy="20434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D89360A-BD2F-0F8A-F348-525F214D8078}"/>
                </a:ext>
              </a:extLst>
            </p:cNvPr>
            <p:cNvSpPr/>
            <p:nvPr/>
          </p:nvSpPr>
          <p:spPr>
            <a:xfrm>
              <a:off x="7936099" y="1398638"/>
              <a:ext cx="1463040" cy="2043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858B2E2-3B2C-7E89-A109-703F05ED7CC7}"/>
                </a:ext>
              </a:extLst>
            </p:cNvPr>
            <p:cNvSpPr/>
            <p:nvPr/>
          </p:nvSpPr>
          <p:spPr>
            <a:xfrm>
              <a:off x="8073292" y="1691112"/>
              <a:ext cx="1463040" cy="20434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anchor="ctr" anchorCtr="1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F2A8B5A-F359-263A-4581-5C1C08C14328}"/>
                </a:ext>
              </a:extLst>
            </p:cNvPr>
            <p:cNvSpPr/>
            <p:nvPr/>
          </p:nvSpPr>
          <p:spPr>
            <a:xfrm>
              <a:off x="7753218" y="1043610"/>
              <a:ext cx="1863055" cy="914400"/>
            </a:xfrm>
            <a:prstGeom prst="rect">
              <a:avLst/>
            </a:prstGeom>
            <a:noFill/>
            <a:ln w="2857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Arrow: Down 35">
            <a:extLst>
              <a:ext uri="{FF2B5EF4-FFF2-40B4-BE49-F238E27FC236}">
                <a16:creationId xmlns:a16="http://schemas.microsoft.com/office/drawing/2014/main" id="{F11DAAA9-0BD3-20E1-A8CC-8C1AE91115EC}"/>
              </a:ext>
            </a:extLst>
          </p:cNvPr>
          <p:cNvSpPr/>
          <p:nvPr/>
        </p:nvSpPr>
        <p:spPr>
          <a:xfrm>
            <a:off x="9050206" y="3659533"/>
            <a:ext cx="351903" cy="38424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63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F241B7-A885-4EAE-98B2-9554E89C7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E928F9-C7F4-4EC1-9B16-7D539E562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Canonical Form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F89D133-DB63-41C1-B6D6-E9C47B792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888" y="1331651"/>
            <a:ext cx="7918077" cy="4708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en-US" sz="2000" dirty="0">
                <a:latin typeface="Consolas" panose="020B0609020204030204" pitchFamily="49" charset="0"/>
              </a:rPr>
              <a:t>void </a:t>
            </a:r>
            <a:r>
              <a:rPr lang="en-US" altLang="en-US" sz="2000" dirty="0" err="1">
                <a:latin typeface="Consolas" panose="020B0609020204030204" pitchFamily="49" charset="0"/>
              </a:rPr>
              <a:t>dataflow_top</a:t>
            </a:r>
            <a:r>
              <a:rPr lang="en-US" altLang="en-US" sz="2000" dirty="0">
                <a:latin typeface="Consolas" panose="020B0609020204030204" pitchFamily="49" charset="0"/>
              </a:rPr>
              <a:t>(Input0, Input1, Output0, Output1) </a:t>
            </a:r>
          </a:p>
          <a:p>
            <a:r>
              <a:rPr lang="en-US" altLang="en-US" sz="2000" dirty="0">
                <a:latin typeface="Consolas" panose="020B0609020204030204" pitchFamily="49" charset="0"/>
              </a:rPr>
              <a:t>{ </a:t>
            </a:r>
          </a:p>
          <a:p>
            <a:r>
              <a:rPr lang="en-US" altLang="en-US" sz="2000" dirty="0">
                <a:latin typeface="Consolas" panose="020B0609020204030204" pitchFamily="49" charset="0"/>
              </a:rPr>
              <a:t>	for (int i = 0; i &lt; N; i++) { </a:t>
            </a:r>
          </a:p>
          <a:p>
            <a:r>
              <a:rPr lang="en-US" altLang="en-US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#pragma HLS dataflow </a:t>
            </a:r>
          </a:p>
          <a:p>
            <a:endParaRPr lang="en-US" altLang="en-US" sz="2000" dirty="0">
              <a:latin typeface="Consolas" panose="020B0609020204030204" pitchFamily="49" charset="0"/>
            </a:endParaRPr>
          </a:p>
          <a:p>
            <a:r>
              <a:rPr lang="en-US" altLang="en-US" sz="2000" dirty="0">
                <a:latin typeface="Consolas" panose="020B0609020204030204" pitchFamily="49" charset="0"/>
              </a:rPr>
              <a:t>	</a:t>
            </a:r>
            <a:r>
              <a:rPr lang="en-US" altLang="en-US" sz="20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custom_arrays</a:t>
            </a:r>
            <a:r>
              <a:rPr lang="en-US" alt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C0, C1, C2; </a:t>
            </a:r>
          </a:p>
          <a:p>
            <a:endParaRPr lang="en-US" altLang="en-US" sz="2000" dirty="0">
              <a:latin typeface="Consolas" panose="020B0609020204030204" pitchFamily="49" charset="0"/>
            </a:endParaRPr>
          </a:p>
          <a:p>
            <a:r>
              <a:rPr lang="en-US" altLang="en-US" sz="2000" dirty="0">
                <a:latin typeface="Consolas" panose="020B0609020204030204" pitchFamily="49" charset="0"/>
              </a:rPr>
              <a:t>	</a:t>
            </a:r>
            <a:r>
              <a:rPr lang="en-US" altLang="en-US" sz="20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func1</a:t>
            </a:r>
            <a:r>
              <a:rPr lang="en-US" altLang="en-US" sz="2000" dirty="0">
                <a:latin typeface="Consolas" panose="020B0609020204030204" pitchFamily="49" charset="0"/>
              </a:rPr>
              <a:t>(read_Input0, read_Input1, write_C0, write_C1);</a:t>
            </a:r>
          </a:p>
          <a:p>
            <a:endParaRPr lang="en-US" altLang="en-US" sz="2000" dirty="0">
              <a:latin typeface="Consolas" panose="020B0609020204030204" pitchFamily="49" charset="0"/>
            </a:endParaRPr>
          </a:p>
          <a:p>
            <a:r>
              <a:rPr lang="en-US" altLang="en-US" sz="2000" dirty="0">
                <a:latin typeface="Consolas" panose="020B0609020204030204" pitchFamily="49" charset="0"/>
              </a:rPr>
              <a:t>	</a:t>
            </a:r>
            <a:r>
              <a:rPr lang="en-US" altLang="en-US" sz="20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func2</a:t>
            </a:r>
            <a:r>
              <a:rPr lang="en-US" altLang="en-US" sz="2000" dirty="0">
                <a:latin typeface="Consolas" panose="020B0609020204030204" pitchFamily="49" charset="0"/>
              </a:rPr>
              <a:t>(read_C0, read C1, write_C2); </a:t>
            </a:r>
          </a:p>
          <a:p>
            <a:endParaRPr lang="en-US" altLang="en-US" sz="2000" dirty="0">
              <a:latin typeface="Consolas" panose="020B0609020204030204" pitchFamily="49" charset="0"/>
            </a:endParaRPr>
          </a:p>
          <a:p>
            <a:r>
              <a:rPr lang="en-US" altLang="en-US" sz="2000" dirty="0">
                <a:latin typeface="Consolas" panose="020B0609020204030204" pitchFamily="49" charset="0"/>
              </a:rPr>
              <a:t>	</a:t>
            </a:r>
            <a:r>
              <a:rPr lang="en-US" altLang="en-US" sz="2000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func3</a:t>
            </a:r>
            <a:r>
              <a:rPr lang="en-US" altLang="en-US" sz="2000" dirty="0">
                <a:latin typeface="Consolas" panose="020B0609020204030204" pitchFamily="49" charset="0"/>
              </a:rPr>
              <a:t>(read_C2, write_Output0, write_Output1); </a:t>
            </a:r>
          </a:p>
          <a:p>
            <a:endParaRPr lang="en-US" altLang="en-US" sz="2000" dirty="0">
              <a:latin typeface="Consolas" panose="020B0609020204030204" pitchFamily="49" charset="0"/>
            </a:endParaRPr>
          </a:p>
          <a:p>
            <a:r>
              <a:rPr lang="en-US" altLang="en-US" sz="2000" dirty="0">
                <a:latin typeface="Consolas" panose="020B0609020204030204" pitchFamily="49" charset="0"/>
              </a:rPr>
              <a:t>	} </a:t>
            </a:r>
          </a:p>
          <a:p>
            <a:r>
              <a:rPr lang="en-US" altLang="en-US" sz="2000" dirty="0"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354E66-2ECA-4583-B9AB-15D22E703A71}"/>
              </a:ext>
            </a:extLst>
          </p:cNvPr>
          <p:cNvSpPr/>
          <p:nvPr/>
        </p:nvSpPr>
        <p:spPr>
          <a:xfrm>
            <a:off x="9101601" y="1962489"/>
            <a:ext cx="2276385" cy="3908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func1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2668FD-A1D0-4EDC-8257-2868497A4752}"/>
              </a:ext>
            </a:extLst>
          </p:cNvPr>
          <p:cNvSpPr/>
          <p:nvPr/>
        </p:nvSpPr>
        <p:spPr>
          <a:xfrm>
            <a:off x="8765707" y="1361448"/>
            <a:ext cx="2933547" cy="239083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A64390-F984-43D3-A032-9B0293673175}"/>
              </a:ext>
            </a:extLst>
          </p:cNvPr>
          <p:cNvCxnSpPr>
            <a:cxnSpLocks/>
          </p:cNvCxnSpPr>
          <p:nvPr/>
        </p:nvCxnSpPr>
        <p:spPr>
          <a:xfrm>
            <a:off x="9960084" y="1596425"/>
            <a:ext cx="0" cy="3559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045B2AA-4331-47DA-B498-071748FBC7A6}"/>
              </a:ext>
            </a:extLst>
          </p:cNvPr>
          <p:cNvCxnSpPr>
            <a:cxnSpLocks/>
          </p:cNvCxnSpPr>
          <p:nvPr/>
        </p:nvCxnSpPr>
        <p:spPr>
          <a:xfrm>
            <a:off x="10535313" y="1596425"/>
            <a:ext cx="0" cy="3559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286AFCF6-F979-450E-ADEB-F983CAA7E8E7}"/>
              </a:ext>
            </a:extLst>
          </p:cNvPr>
          <p:cNvSpPr/>
          <p:nvPr/>
        </p:nvSpPr>
        <p:spPr>
          <a:xfrm>
            <a:off x="9101603" y="3786552"/>
            <a:ext cx="2276385" cy="3908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func1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48C2FD-0101-42F1-A832-74EBF92A7D55}"/>
              </a:ext>
            </a:extLst>
          </p:cNvPr>
          <p:cNvSpPr/>
          <p:nvPr/>
        </p:nvSpPr>
        <p:spPr>
          <a:xfrm>
            <a:off x="9101602" y="5068698"/>
            <a:ext cx="2276385" cy="3908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func1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669EA64-7121-47A7-9617-FD2287564F39}"/>
              </a:ext>
            </a:extLst>
          </p:cNvPr>
          <p:cNvSpPr/>
          <p:nvPr/>
        </p:nvSpPr>
        <p:spPr>
          <a:xfrm>
            <a:off x="8765707" y="2879968"/>
            <a:ext cx="1254594" cy="3931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C0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2EB087-7B86-4BD4-A3DA-F1FBC52E894F}"/>
              </a:ext>
            </a:extLst>
          </p:cNvPr>
          <p:cNvSpPr/>
          <p:nvPr/>
        </p:nvSpPr>
        <p:spPr>
          <a:xfrm>
            <a:off x="10464518" y="2879968"/>
            <a:ext cx="1254594" cy="3931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C1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6EF14C-BCB9-47B6-BC56-E540A194E4B2}"/>
              </a:ext>
            </a:extLst>
          </p:cNvPr>
          <p:cNvSpPr/>
          <p:nvPr/>
        </p:nvSpPr>
        <p:spPr>
          <a:xfrm>
            <a:off x="9612498" y="4426444"/>
            <a:ext cx="1254594" cy="3931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nsolas" panose="020B0609020204030204" pitchFamily="49" charset="0"/>
              </a:rPr>
              <a:t>C2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5BE8F40-340B-48F9-B181-A0D6DFC8BEC4}"/>
              </a:ext>
            </a:extLst>
          </p:cNvPr>
          <p:cNvSpPr/>
          <p:nvPr/>
        </p:nvSpPr>
        <p:spPr>
          <a:xfrm>
            <a:off x="8779188" y="5782087"/>
            <a:ext cx="2920070" cy="234976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C2E0C42C-D3B5-4035-896F-5DC38DC23DA3}"/>
              </a:ext>
            </a:extLst>
          </p:cNvPr>
          <p:cNvCxnSpPr>
            <a:cxnSpLocks/>
            <a:stCxn id="10" idx="2"/>
            <a:endCxn id="31" idx="0"/>
          </p:cNvCxnSpPr>
          <p:nvPr/>
        </p:nvCxnSpPr>
        <p:spPr>
          <a:xfrm rot="5400000">
            <a:off x="9553075" y="2193248"/>
            <a:ext cx="526649" cy="84679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5057659C-6323-4B85-9E1B-F4D9C51901D3}"/>
              </a:ext>
            </a:extLst>
          </p:cNvPr>
          <p:cNvCxnSpPr>
            <a:cxnSpLocks/>
            <a:stCxn id="10" idx="2"/>
            <a:endCxn id="32" idx="0"/>
          </p:cNvCxnSpPr>
          <p:nvPr/>
        </p:nvCxnSpPr>
        <p:spPr>
          <a:xfrm rot="16200000" flipH="1">
            <a:off x="10402480" y="2190632"/>
            <a:ext cx="526649" cy="852021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FC55D53-D10F-4B41-8A19-479904A4A81C}"/>
              </a:ext>
            </a:extLst>
          </p:cNvPr>
          <p:cNvCxnSpPr>
            <a:cxnSpLocks/>
            <a:stCxn id="31" idx="2"/>
            <a:endCxn id="29" idx="0"/>
          </p:cNvCxnSpPr>
          <p:nvPr/>
        </p:nvCxnSpPr>
        <p:spPr>
          <a:xfrm rot="16200000" flipH="1">
            <a:off x="9559704" y="3106460"/>
            <a:ext cx="513392" cy="84679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18632ED7-C700-477F-A0B9-423CCBC1013C}"/>
              </a:ext>
            </a:extLst>
          </p:cNvPr>
          <p:cNvCxnSpPr>
            <a:cxnSpLocks/>
            <a:stCxn id="32" idx="2"/>
            <a:endCxn id="29" idx="0"/>
          </p:cNvCxnSpPr>
          <p:nvPr/>
        </p:nvCxnSpPr>
        <p:spPr>
          <a:xfrm rot="5400000">
            <a:off x="10409110" y="3103847"/>
            <a:ext cx="513392" cy="852019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6D0B652-EB5C-431B-B84A-8B330CB8A22A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 flipH="1">
            <a:off x="10239795" y="4177382"/>
            <a:ext cx="1" cy="249062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BF69C2B-1AFE-4342-AD96-F009213A18DA}"/>
              </a:ext>
            </a:extLst>
          </p:cNvPr>
          <p:cNvCxnSpPr>
            <a:cxnSpLocks/>
            <a:stCxn id="33" idx="2"/>
            <a:endCxn id="30" idx="0"/>
          </p:cNvCxnSpPr>
          <p:nvPr/>
        </p:nvCxnSpPr>
        <p:spPr>
          <a:xfrm>
            <a:off x="10239795" y="4819636"/>
            <a:ext cx="0" cy="249062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C9DD0D6-1B2B-41FA-B4EB-6C85C9C04194}"/>
              </a:ext>
            </a:extLst>
          </p:cNvPr>
          <p:cNvCxnSpPr>
            <a:cxnSpLocks/>
            <a:stCxn id="30" idx="2"/>
            <a:endCxn id="34" idx="0"/>
          </p:cNvCxnSpPr>
          <p:nvPr/>
        </p:nvCxnSpPr>
        <p:spPr>
          <a:xfrm flipH="1">
            <a:off x="10239223" y="5459528"/>
            <a:ext cx="572" cy="3225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572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60D475-A43B-4603-A148-E1B5E5C97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Producer, Single Consumer – everything must be streamlined, no bypass</a:t>
            </a:r>
          </a:p>
          <a:p>
            <a:r>
              <a:rPr lang="en-US" dirty="0"/>
              <a:t>No Feedback between tasks</a:t>
            </a:r>
          </a:p>
          <a:p>
            <a:r>
              <a:rPr lang="en-US" dirty="0"/>
              <a:t>No Conditional execution of tasks</a:t>
            </a:r>
          </a:p>
          <a:p>
            <a:r>
              <a:rPr lang="en-US" dirty="0"/>
              <a:t>No Loops with multiple exit conditions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D2E62E-CBAD-4D82-9472-B9E409F53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3E6F3B-81AE-43EE-9F06-CBEE7C47C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Canonical 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1B0629-6C41-4BF1-A0A2-706CA899958D}"/>
              </a:ext>
            </a:extLst>
          </p:cNvPr>
          <p:cNvSpPr/>
          <p:nvPr/>
        </p:nvSpPr>
        <p:spPr>
          <a:xfrm>
            <a:off x="5560058" y="3505663"/>
            <a:ext cx="1071884" cy="1046603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D609E1E-8077-416F-8E02-9BD45521A9A0}"/>
              </a:ext>
            </a:extLst>
          </p:cNvPr>
          <p:cNvGrpSpPr/>
          <p:nvPr/>
        </p:nvGrpSpPr>
        <p:grpSpPr>
          <a:xfrm>
            <a:off x="2519434" y="3505664"/>
            <a:ext cx="914400" cy="1046603"/>
            <a:chOff x="2996221" y="5044273"/>
            <a:chExt cx="914400" cy="104660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D95A7F2-7E30-481B-A99A-0D0E84269F39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 descr="Quill with solid fill">
              <a:extLst>
                <a:ext uri="{FF2B5EF4-FFF2-40B4-BE49-F238E27FC236}">
                  <a16:creationId xmlns:a16="http://schemas.microsoft.com/office/drawing/2014/main" id="{D0BD3AA5-CBD5-485F-986E-41E017F3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BC1C5B-816D-4E8F-AE90-671E9078DE9E}"/>
              </a:ext>
            </a:extLst>
          </p:cNvPr>
          <p:cNvCxnSpPr>
            <a:cxnSpLocks/>
          </p:cNvCxnSpPr>
          <p:nvPr/>
        </p:nvCxnSpPr>
        <p:spPr>
          <a:xfrm>
            <a:off x="545809" y="4076562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485643-302A-46E8-8855-8C2D0D3B7754}"/>
              </a:ext>
            </a:extLst>
          </p:cNvPr>
          <p:cNvGrpSpPr/>
          <p:nvPr/>
        </p:nvGrpSpPr>
        <p:grpSpPr>
          <a:xfrm>
            <a:off x="998619" y="3712284"/>
            <a:ext cx="914400" cy="693420"/>
            <a:chOff x="2514645" y="5372107"/>
            <a:chExt cx="1226820" cy="69342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C343E4C-660B-4206-B8E8-4081B1C7857F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537210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A7DB13C-2444-46C9-B36A-EEAEB726C7C6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606552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8059818-EF5D-4012-A7F5-7D91A0F9798C}"/>
                </a:ext>
              </a:extLst>
            </p:cNvPr>
            <p:cNvSpPr/>
            <p:nvPr/>
          </p:nvSpPr>
          <p:spPr>
            <a:xfrm>
              <a:off x="2606039" y="5433060"/>
              <a:ext cx="1036321" cy="5791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BEF564-4820-4DCD-B4E7-84F518AD9B0C}"/>
              </a:ext>
            </a:extLst>
          </p:cNvPr>
          <p:cNvGrpSpPr/>
          <p:nvPr/>
        </p:nvGrpSpPr>
        <p:grpSpPr>
          <a:xfrm>
            <a:off x="4123066" y="3712284"/>
            <a:ext cx="914400" cy="693420"/>
            <a:chOff x="2514645" y="5372107"/>
            <a:chExt cx="1226820" cy="69342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C1FD2AD-FD21-478D-AF0A-1AA49A003297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537210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37233C4-286F-4995-B455-305EBB8CFFF8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606552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30E0428-8731-49AE-86C0-98C648B6C9EB}"/>
                </a:ext>
              </a:extLst>
            </p:cNvPr>
            <p:cNvSpPr/>
            <p:nvPr/>
          </p:nvSpPr>
          <p:spPr>
            <a:xfrm>
              <a:off x="2606039" y="5433060"/>
              <a:ext cx="1036321" cy="5791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28FE45-BFEC-448C-9615-DDBC6EAB99B9}"/>
              </a:ext>
            </a:extLst>
          </p:cNvPr>
          <p:cNvCxnSpPr>
            <a:cxnSpLocks/>
          </p:cNvCxnSpPr>
          <p:nvPr/>
        </p:nvCxnSpPr>
        <p:spPr>
          <a:xfrm>
            <a:off x="1839152" y="4058385"/>
            <a:ext cx="657044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831685-AD67-4435-82F5-32BAC0A699E5}"/>
              </a:ext>
            </a:extLst>
          </p:cNvPr>
          <p:cNvCxnSpPr>
            <a:cxnSpLocks/>
          </p:cNvCxnSpPr>
          <p:nvPr/>
        </p:nvCxnSpPr>
        <p:spPr>
          <a:xfrm>
            <a:off x="3586189" y="4076562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29D4960-7CC4-48E0-AAFF-4364EBEB3344}"/>
              </a:ext>
            </a:extLst>
          </p:cNvPr>
          <p:cNvCxnSpPr>
            <a:cxnSpLocks/>
          </p:cNvCxnSpPr>
          <p:nvPr/>
        </p:nvCxnSpPr>
        <p:spPr>
          <a:xfrm>
            <a:off x="5011129" y="4076562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E58EA54-CBE9-4137-92CF-33BC4687AF8E}"/>
              </a:ext>
            </a:extLst>
          </p:cNvPr>
          <p:cNvSpPr txBox="1"/>
          <p:nvPr/>
        </p:nvSpPr>
        <p:spPr>
          <a:xfrm>
            <a:off x="713440" y="3206633"/>
            <a:ext cx="1504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FIFO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61D9B6-2584-4B79-BF0A-A3FCE393FCFE}"/>
              </a:ext>
            </a:extLst>
          </p:cNvPr>
          <p:cNvSpPr txBox="1"/>
          <p:nvPr/>
        </p:nvSpPr>
        <p:spPr>
          <a:xfrm>
            <a:off x="3856457" y="3244054"/>
            <a:ext cx="1504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FIFO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BB2C92-14DC-4329-9DFC-F49524DAAA28}"/>
              </a:ext>
            </a:extLst>
          </p:cNvPr>
          <p:cNvSpPr/>
          <p:nvPr/>
        </p:nvSpPr>
        <p:spPr>
          <a:xfrm>
            <a:off x="1691384" y="3771598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64BF8A-4936-4448-AFF8-08ECB8D46854}"/>
              </a:ext>
            </a:extLst>
          </p:cNvPr>
          <p:cNvSpPr/>
          <p:nvPr/>
        </p:nvSpPr>
        <p:spPr>
          <a:xfrm>
            <a:off x="1594342" y="3771598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31CA81-171B-447B-965F-614DA08E0CD8}"/>
              </a:ext>
            </a:extLst>
          </p:cNvPr>
          <p:cNvSpPr/>
          <p:nvPr/>
        </p:nvSpPr>
        <p:spPr>
          <a:xfrm>
            <a:off x="1497301" y="3771598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4F571C-7E02-45CE-9AF2-A2734B97AA56}"/>
              </a:ext>
            </a:extLst>
          </p:cNvPr>
          <p:cNvSpPr/>
          <p:nvPr/>
        </p:nvSpPr>
        <p:spPr>
          <a:xfrm>
            <a:off x="1400260" y="3771598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8C7A2C-ACE0-4E19-AA6C-AB8D9C4D5522}"/>
              </a:ext>
            </a:extLst>
          </p:cNvPr>
          <p:cNvSpPr/>
          <p:nvPr/>
        </p:nvSpPr>
        <p:spPr>
          <a:xfrm>
            <a:off x="4402743" y="3771595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95BC27-F837-4021-B7F1-D1A7A7D65C5B}"/>
              </a:ext>
            </a:extLst>
          </p:cNvPr>
          <p:cNvSpPr/>
          <p:nvPr/>
        </p:nvSpPr>
        <p:spPr>
          <a:xfrm>
            <a:off x="4305702" y="3771595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Graphic 45" descr="Labor with solid fill">
            <a:extLst>
              <a:ext uri="{FF2B5EF4-FFF2-40B4-BE49-F238E27FC236}">
                <a16:creationId xmlns:a16="http://schemas.microsoft.com/office/drawing/2014/main" id="{1CD49B3A-BC8D-488F-9702-AD801694AA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17499" y="3571764"/>
            <a:ext cx="914400" cy="9144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D6372943-2875-4358-8199-26079E206F93}"/>
              </a:ext>
            </a:extLst>
          </p:cNvPr>
          <p:cNvSpPr/>
          <p:nvPr/>
        </p:nvSpPr>
        <p:spPr>
          <a:xfrm>
            <a:off x="8717879" y="3505663"/>
            <a:ext cx="1071884" cy="1046603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Graphic 47" descr="Labor with solid fill">
            <a:extLst>
              <a:ext uri="{FF2B5EF4-FFF2-40B4-BE49-F238E27FC236}">
                <a16:creationId xmlns:a16="http://schemas.microsoft.com/office/drawing/2014/main" id="{7C6E26F6-0F28-4CEE-8552-DF462EFEA6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75320" y="3571764"/>
            <a:ext cx="914400" cy="91440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B8C572E1-FD40-4F4A-B978-C3DFC061AECA}"/>
              </a:ext>
            </a:extLst>
          </p:cNvPr>
          <p:cNvGrpSpPr/>
          <p:nvPr/>
        </p:nvGrpSpPr>
        <p:grpSpPr>
          <a:xfrm>
            <a:off x="7228401" y="3711675"/>
            <a:ext cx="914400" cy="693420"/>
            <a:chOff x="2514645" y="5372107"/>
            <a:chExt cx="1226820" cy="69342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2939029-5E51-4AF5-929A-8BE9650A0969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537210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4BF3714-534B-4933-99D3-B459BCA3BDAE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606552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A025A28-64F6-49E3-95EF-2C565B799010}"/>
                </a:ext>
              </a:extLst>
            </p:cNvPr>
            <p:cNvSpPr/>
            <p:nvPr/>
          </p:nvSpPr>
          <p:spPr>
            <a:xfrm>
              <a:off x="2606039" y="5433060"/>
              <a:ext cx="1036321" cy="5791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2F4509F-12EE-4E31-A847-5E3BFFC3C379}"/>
              </a:ext>
            </a:extLst>
          </p:cNvPr>
          <p:cNvCxnSpPr>
            <a:cxnSpLocks/>
          </p:cNvCxnSpPr>
          <p:nvPr/>
        </p:nvCxnSpPr>
        <p:spPr>
          <a:xfrm>
            <a:off x="8142801" y="4073326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A4D0290-8071-4351-AB59-88C6531EBAE1}"/>
              </a:ext>
            </a:extLst>
          </p:cNvPr>
          <p:cNvSpPr txBox="1"/>
          <p:nvPr/>
        </p:nvSpPr>
        <p:spPr>
          <a:xfrm>
            <a:off x="6961792" y="3243445"/>
            <a:ext cx="1504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FIFO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A2B79C-D869-40CE-A5C7-5A5BEB25E3D3}"/>
              </a:ext>
            </a:extLst>
          </p:cNvPr>
          <p:cNvSpPr/>
          <p:nvPr/>
        </p:nvSpPr>
        <p:spPr>
          <a:xfrm>
            <a:off x="7508078" y="3770986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A6E4E2E-0C7F-4F94-A4F2-69FDC2DA201D}"/>
              </a:ext>
            </a:extLst>
          </p:cNvPr>
          <p:cNvSpPr/>
          <p:nvPr/>
        </p:nvSpPr>
        <p:spPr>
          <a:xfrm>
            <a:off x="7411037" y="3770986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71DC1BB-7A51-447C-BBDF-5B8A0E2C71AE}"/>
              </a:ext>
            </a:extLst>
          </p:cNvPr>
          <p:cNvCxnSpPr>
            <a:cxnSpLocks/>
          </p:cNvCxnSpPr>
          <p:nvPr/>
        </p:nvCxnSpPr>
        <p:spPr>
          <a:xfrm>
            <a:off x="6762283" y="4096846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878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AB9CB1-66F1-4813-81A8-8F5AE77E1CBE}"/>
              </a:ext>
            </a:extLst>
          </p:cNvPr>
          <p:cNvSpPr/>
          <p:nvPr/>
        </p:nvSpPr>
        <p:spPr>
          <a:xfrm>
            <a:off x="713440" y="3206633"/>
            <a:ext cx="9425642" cy="148855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60D475-A43B-4603-A148-E1B5E5C97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Producer, Single Consumer – everything must be streamlined, no bypass</a:t>
            </a:r>
          </a:p>
          <a:p>
            <a:r>
              <a:rPr lang="en-US" dirty="0"/>
              <a:t>No Feedback between tasks</a:t>
            </a:r>
          </a:p>
          <a:p>
            <a:r>
              <a:rPr lang="en-US" dirty="0"/>
              <a:t>No Conditional execution of tasks</a:t>
            </a:r>
          </a:p>
          <a:p>
            <a:r>
              <a:rPr lang="en-US" dirty="0"/>
              <a:t>No Loops with multiple exit conditions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D2E62E-CBAD-4D82-9472-B9E409F53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3E6F3B-81AE-43EE-9F06-CBEE7C47C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Canonical 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1B0629-6C41-4BF1-A0A2-706CA899958D}"/>
              </a:ext>
            </a:extLst>
          </p:cNvPr>
          <p:cNvSpPr/>
          <p:nvPr/>
        </p:nvSpPr>
        <p:spPr>
          <a:xfrm>
            <a:off x="5560058" y="3505663"/>
            <a:ext cx="1071884" cy="1046603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D609E1E-8077-416F-8E02-9BD45521A9A0}"/>
              </a:ext>
            </a:extLst>
          </p:cNvPr>
          <p:cNvGrpSpPr/>
          <p:nvPr/>
        </p:nvGrpSpPr>
        <p:grpSpPr>
          <a:xfrm>
            <a:off x="2519434" y="3505664"/>
            <a:ext cx="914400" cy="1046603"/>
            <a:chOff x="2996221" y="5044273"/>
            <a:chExt cx="914400" cy="104660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D95A7F2-7E30-481B-A99A-0D0E84269F39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 descr="Quill with solid fill">
              <a:extLst>
                <a:ext uri="{FF2B5EF4-FFF2-40B4-BE49-F238E27FC236}">
                  <a16:creationId xmlns:a16="http://schemas.microsoft.com/office/drawing/2014/main" id="{D0BD3AA5-CBD5-485F-986E-41E017F3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BC1C5B-816D-4E8F-AE90-671E9078DE9E}"/>
              </a:ext>
            </a:extLst>
          </p:cNvPr>
          <p:cNvCxnSpPr>
            <a:cxnSpLocks/>
          </p:cNvCxnSpPr>
          <p:nvPr/>
        </p:nvCxnSpPr>
        <p:spPr>
          <a:xfrm>
            <a:off x="545809" y="4076562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485643-302A-46E8-8855-8C2D0D3B7754}"/>
              </a:ext>
            </a:extLst>
          </p:cNvPr>
          <p:cNvGrpSpPr/>
          <p:nvPr/>
        </p:nvGrpSpPr>
        <p:grpSpPr>
          <a:xfrm>
            <a:off x="998619" y="3712284"/>
            <a:ext cx="914400" cy="693420"/>
            <a:chOff x="2514645" y="5372107"/>
            <a:chExt cx="1226820" cy="69342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C343E4C-660B-4206-B8E8-4081B1C7857F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537210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A7DB13C-2444-46C9-B36A-EEAEB726C7C6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606552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8059818-EF5D-4012-A7F5-7D91A0F9798C}"/>
                </a:ext>
              </a:extLst>
            </p:cNvPr>
            <p:cNvSpPr/>
            <p:nvPr/>
          </p:nvSpPr>
          <p:spPr>
            <a:xfrm>
              <a:off x="2606039" y="5433060"/>
              <a:ext cx="1036321" cy="5791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BEF564-4820-4DCD-B4E7-84F518AD9B0C}"/>
              </a:ext>
            </a:extLst>
          </p:cNvPr>
          <p:cNvGrpSpPr/>
          <p:nvPr/>
        </p:nvGrpSpPr>
        <p:grpSpPr>
          <a:xfrm>
            <a:off x="4123066" y="3712284"/>
            <a:ext cx="914400" cy="693420"/>
            <a:chOff x="2514645" y="5372107"/>
            <a:chExt cx="1226820" cy="69342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C1FD2AD-FD21-478D-AF0A-1AA49A003297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537210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37233C4-286F-4995-B455-305EBB8CFFF8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606552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30E0428-8731-49AE-86C0-98C648B6C9EB}"/>
                </a:ext>
              </a:extLst>
            </p:cNvPr>
            <p:cNvSpPr/>
            <p:nvPr/>
          </p:nvSpPr>
          <p:spPr>
            <a:xfrm>
              <a:off x="2606039" y="5433060"/>
              <a:ext cx="1036321" cy="5791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28FE45-BFEC-448C-9615-DDBC6EAB99B9}"/>
              </a:ext>
            </a:extLst>
          </p:cNvPr>
          <p:cNvCxnSpPr>
            <a:cxnSpLocks/>
          </p:cNvCxnSpPr>
          <p:nvPr/>
        </p:nvCxnSpPr>
        <p:spPr>
          <a:xfrm>
            <a:off x="1839152" y="4058385"/>
            <a:ext cx="657044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831685-AD67-4435-82F5-32BAC0A699E5}"/>
              </a:ext>
            </a:extLst>
          </p:cNvPr>
          <p:cNvCxnSpPr>
            <a:cxnSpLocks/>
          </p:cNvCxnSpPr>
          <p:nvPr/>
        </p:nvCxnSpPr>
        <p:spPr>
          <a:xfrm>
            <a:off x="3586189" y="4076562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29D4960-7CC4-48E0-AAFF-4364EBEB3344}"/>
              </a:ext>
            </a:extLst>
          </p:cNvPr>
          <p:cNvCxnSpPr>
            <a:cxnSpLocks/>
          </p:cNvCxnSpPr>
          <p:nvPr/>
        </p:nvCxnSpPr>
        <p:spPr>
          <a:xfrm>
            <a:off x="5011129" y="4076562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E58EA54-CBE9-4137-92CF-33BC4687AF8E}"/>
              </a:ext>
            </a:extLst>
          </p:cNvPr>
          <p:cNvSpPr txBox="1"/>
          <p:nvPr/>
        </p:nvSpPr>
        <p:spPr>
          <a:xfrm>
            <a:off x="713440" y="3206633"/>
            <a:ext cx="1504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FIFO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61D9B6-2584-4B79-BF0A-A3FCE393FCFE}"/>
              </a:ext>
            </a:extLst>
          </p:cNvPr>
          <p:cNvSpPr txBox="1"/>
          <p:nvPr/>
        </p:nvSpPr>
        <p:spPr>
          <a:xfrm>
            <a:off x="3856457" y="3244054"/>
            <a:ext cx="1504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FIFO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BB2C92-14DC-4329-9DFC-F49524DAAA28}"/>
              </a:ext>
            </a:extLst>
          </p:cNvPr>
          <p:cNvSpPr/>
          <p:nvPr/>
        </p:nvSpPr>
        <p:spPr>
          <a:xfrm>
            <a:off x="1691384" y="3771598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64BF8A-4936-4448-AFF8-08ECB8D46854}"/>
              </a:ext>
            </a:extLst>
          </p:cNvPr>
          <p:cNvSpPr/>
          <p:nvPr/>
        </p:nvSpPr>
        <p:spPr>
          <a:xfrm>
            <a:off x="1594342" y="3771598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31CA81-171B-447B-965F-614DA08E0CD8}"/>
              </a:ext>
            </a:extLst>
          </p:cNvPr>
          <p:cNvSpPr/>
          <p:nvPr/>
        </p:nvSpPr>
        <p:spPr>
          <a:xfrm>
            <a:off x="1497301" y="3771598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4F571C-7E02-45CE-9AF2-A2734B97AA56}"/>
              </a:ext>
            </a:extLst>
          </p:cNvPr>
          <p:cNvSpPr/>
          <p:nvPr/>
        </p:nvSpPr>
        <p:spPr>
          <a:xfrm>
            <a:off x="1400260" y="3771598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8C7A2C-ACE0-4E19-AA6C-AB8D9C4D5522}"/>
              </a:ext>
            </a:extLst>
          </p:cNvPr>
          <p:cNvSpPr/>
          <p:nvPr/>
        </p:nvSpPr>
        <p:spPr>
          <a:xfrm>
            <a:off x="4402743" y="3771595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95BC27-F837-4021-B7F1-D1A7A7D65C5B}"/>
              </a:ext>
            </a:extLst>
          </p:cNvPr>
          <p:cNvSpPr/>
          <p:nvPr/>
        </p:nvSpPr>
        <p:spPr>
          <a:xfrm>
            <a:off x="4305702" y="3771595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Graphic 45" descr="Labor with solid fill">
            <a:extLst>
              <a:ext uri="{FF2B5EF4-FFF2-40B4-BE49-F238E27FC236}">
                <a16:creationId xmlns:a16="http://schemas.microsoft.com/office/drawing/2014/main" id="{1CD49B3A-BC8D-488F-9702-AD801694AA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17499" y="3571764"/>
            <a:ext cx="914400" cy="9144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D6372943-2875-4358-8199-26079E206F93}"/>
              </a:ext>
            </a:extLst>
          </p:cNvPr>
          <p:cNvSpPr/>
          <p:nvPr/>
        </p:nvSpPr>
        <p:spPr>
          <a:xfrm>
            <a:off x="8717879" y="3505663"/>
            <a:ext cx="1071884" cy="1046603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Graphic 47" descr="Labor with solid fill">
            <a:extLst>
              <a:ext uri="{FF2B5EF4-FFF2-40B4-BE49-F238E27FC236}">
                <a16:creationId xmlns:a16="http://schemas.microsoft.com/office/drawing/2014/main" id="{7C6E26F6-0F28-4CEE-8552-DF462EFEA6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75320" y="3571764"/>
            <a:ext cx="914400" cy="91440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B8C572E1-FD40-4F4A-B978-C3DFC061AECA}"/>
              </a:ext>
            </a:extLst>
          </p:cNvPr>
          <p:cNvGrpSpPr/>
          <p:nvPr/>
        </p:nvGrpSpPr>
        <p:grpSpPr>
          <a:xfrm>
            <a:off x="7228401" y="3711675"/>
            <a:ext cx="914400" cy="693420"/>
            <a:chOff x="2514645" y="5372107"/>
            <a:chExt cx="1226820" cy="69342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2939029-5E51-4AF5-929A-8BE9650A0969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537210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4BF3714-534B-4933-99D3-B459BCA3BDAE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606552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A025A28-64F6-49E3-95EF-2C565B799010}"/>
                </a:ext>
              </a:extLst>
            </p:cNvPr>
            <p:cNvSpPr/>
            <p:nvPr/>
          </p:nvSpPr>
          <p:spPr>
            <a:xfrm>
              <a:off x="2606039" y="5433060"/>
              <a:ext cx="1036321" cy="5791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2F4509F-12EE-4E31-A847-5E3BFFC3C379}"/>
              </a:ext>
            </a:extLst>
          </p:cNvPr>
          <p:cNvCxnSpPr>
            <a:cxnSpLocks/>
          </p:cNvCxnSpPr>
          <p:nvPr/>
        </p:nvCxnSpPr>
        <p:spPr>
          <a:xfrm>
            <a:off x="8142801" y="4073326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A4D0290-8071-4351-AB59-88C6531EBAE1}"/>
              </a:ext>
            </a:extLst>
          </p:cNvPr>
          <p:cNvSpPr txBox="1"/>
          <p:nvPr/>
        </p:nvSpPr>
        <p:spPr>
          <a:xfrm>
            <a:off x="6961792" y="3243445"/>
            <a:ext cx="1504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FIFO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A2B79C-D869-40CE-A5C7-5A5BEB25E3D3}"/>
              </a:ext>
            </a:extLst>
          </p:cNvPr>
          <p:cNvSpPr/>
          <p:nvPr/>
        </p:nvSpPr>
        <p:spPr>
          <a:xfrm>
            <a:off x="7508078" y="3770986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A6E4E2E-0C7F-4F94-A4F2-69FDC2DA201D}"/>
              </a:ext>
            </a:extLst>
          </p:cNvPr>
          <p:cNvSpPr/>
          <p:nvPr/>
        </p:nvSpPr>
        <p:spPr>
          <a:xfrm>
            <a:off x="7411037" y="3770986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71DC1BB-7A51-447C-BBDF-5B8A0E2C71AE}"/>
              </a:ext>
            </a:extLst>
          </p:cNvPr>
          <p:cNvCxnSpPr>
            <a:cxnSpLocks/>
          </p:cNvCxnSpPr>
          <p:nvPr/>
        </p:nvCxnSpPr>
        <p:spPr>
          <a:xfrm>
            <a:off x="6762283" y="4096846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493288A-4823-45F7-A791-FC7AC5F3E9BB}"/>
              </a:ext>
            </a:extLst>
          </p:cNvPr>
          <p:cNvSpPr txBox="1"/>
          <p:nvPr/>
        </p:nvSpPr>
        <p:spPr>
          <a:xfrm>
            <a:off x="10130845" y="3532057"/>
            <a:ext cx="17170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Aptos" panose="020B0004020202020204" pitchFamily="34" charset="0"/>
              </a:rPr>
              <a:t>Dataflow Region</a:t>
            </a:r>
          </a:p>
        </p:txBody>
      </p:sp>
    </p:spTree>
    <p:extLst>
      <p:ext uri="{BB962C8B-B14F-4D97-AF65-F5344CB8AC3E}">
        <p14:creationId xmlns:p14="http://schemas.microsoft.com/office/powerpoint/2010/main" val="2901737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AB9CB1-66F1-4813-81A8-8F5AE77E1CBE}"/>
              </a:ext>
            </a:extLst>
          </p:cNvPr>
          <p:cNvSpPr/>
          <p:nvPr/>
        </p:nvSpPr>
        <p:spPr>
          <a:xfrm>
            <a:off x="713440" y="3206633"/>
            <a:ext cx="9425642" cy="148855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60D475-A43B-4603-A148-E1B5E5C97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Producer, Single Consumer – everything must be streamlined, no bypass</a:t>
            </a:r>
          </a:p>
          <a:p>
            <a:r>
              <a:rPr lang="en-US" dirty="0"/>
              <a:t>No Feedback between tasks</a:t>
            </a:r>
          </a:p>
          <a:p>
            <a:r>
              <a:rPr lang="en-US" dirty="0"/>
              <a:t>No Conditional execution of tasks</a:t>
            </a:r>
          </a:p>
          <a:p>
            <a:r>
              <a:rPr lang="en-US" dirty="0"/>
              <a:t>No Loops with multiple exit conditions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D2E62E-CBAD-4D82-9472-B9E409F53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3E6F3B-81AE-43EE-9F06-CBEE7C47C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Canonical 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1B0629-6C41-4BF1-A0A2-706CA899958D}"/>
              </a:ext>
            </a:extLst>
          </p:cNvPr>
          <p:cNvSpPr/>
          <p:nvPr/>
        </p:nvSpPr>
        <p:spPr>
          <a:xfrm>
            <a:off x="5560058" y="3505663"/>
            <a:ext cx="1071884" cy="1046603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D609E1E-8077-416F-8E02-9BD45521A9A0}"/>
              </a:ext>
            </a:extLst>
          </p:cNvPr>
          <p:cNvGrpSpPr/>
          <p:nvPr/>
        </p:nvGrpSpPr>
        <p:grpSpPr>
          <a:xfrm>
            <a:off x="2519434" y="3505664"/>
            <a:ext cx="914400" cy="1046603"/>
            <a:chOff x="2996221" y="5044273"/>
            <a:chExt cx="914400" cy="104660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D95A7F2-7E30-481B-A99A-0D0E84269F39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 descr="Quill with solid fill">
              <a:extLst>
                <a:ext uri="{FF2B5EF4-FFF2-40B4-BE49-F238E27FC236}">
                  <a16:creationId xmlns:a16="http://schemas.microsoft.com/office/drawing/2014/main" id="{D0BD3AA5-CBD5-485F-986E-41E017F3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BC1C5B-816D-4E8F-AE90-671E9078DE9E}"/>
              </a:ext>
            </a:extLst>
          </p:cNvPr>
          <p:cNvCxnSpPr>
            <a:cxnSpLocks/>
          </p:cNvCxnSpPr>
          <p:nvPr/>
        </p:nvCxnSpPr>
        <p:spPr>
          <a:xfrm>
            <a:off x="545809" y="4076562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485643-302A-46E8-8855-8C2D0D3B7754}"/>
              </a:ext>
            </a:extLst>
          </p:cNvPr>
          <p:cNvGrpSpPr/>
          <p:nvPr/>
        </p:nvGrpSpPr>
        <p:grpSpPr>
          <a:xfrm>
            <a:off x="998619" y="3712284"/>
            <a:ext cx="914400" cy="693420"/>
            <a:chOff x="2514645" y="5372107"/>
            <a:chExt cx="1226820" cy="69342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C343E4C-660B-4206-B8E8-4081B1C7857F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537210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A7DB13C-2444-46C9-B36A-EEAEB726C7C6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606552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8059818-EF5D-4012-A7F5-7D91A0F9798C}"/>
                </a:ext>
              </a:extLst>
            </p:cNvPr>
            <p:cNvSpPr/>
            <p:nvPr/>
          </p:nvSpPr>
          <p:spPr>
            <a:xfrm>
              <a:off x="2606039" y="5433060"/>
              <a:ext cx="1036321" cy="5791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BEF564-4820-4DCD-B4E7-84F518AD9B0C}"/>
              </a:ext>
            </a:extLst>
          </p:cNvPr>
          <p:cNvGrpSpPr/>
          <p:nvPr/>
        </p:nvGrpSpPr>
        <p:grpSpPr>
          <a:xfrm>
            <a:off x="4123066" y="3712284"/>
            <a:ext cx="914400" cy="693420"/>
            <a:chOff x="2514645" y="5372107"/>
            <a:chExt cx="1226820" cy="69342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C1FD2AD-FD21-478D-AF0A-1AA49A003297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537210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37233C4-286F-4995-B455-305EBB8CFFF8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606552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30E0428-8731-49AE-86C0-98C648B6C9EB}"/>
                </a:ext>
              </a:extLst>
            </p:cNvPr>
            <p:cNvSpPr/>
            <p:nvPr/>
          </p:nvSpPr>
          <p:spPr>
            <a:xfrm>
              <a:off x="2606039" y="5433060"/>
              <a:ext cx="1036321" cy="5791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28FE45-BFEC-448C-9615-DDBC6EAB99B9}"/>
              </a:ext>
            </a:extLst>
          </p:cNvPr>
          <p:cNvCxnSpPr>
            <a:cxnSpLocks/>
          </p:cNvCxnSpPr>
          <p:nvPr/>
        </p:nvCxnSpPr>
        <p:spPr>
          <a:xfrm>
            <a:off x="1839152" y="4058385"/>
            <a:ext cx="657044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831685-AD67-4435-82F5-32BAC0A699E5}"/>
              </a:ext>
            </a:extLst>
          </p:cNvPr>
          <p:cNvCxnSpPr>
            <a:cxnSpLocks/>
          </p:cNvCxnSpPr>
          <p:nvPr/>
        </p:nvCxnSpPr>
        <p:spPr>
          <a:xfrm>
            <a:off x="3586189" y="4076562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29D4960-7CC4-48E0-AAFF-4364EBEB3344}"/>
              </a:ext>
            </a:extLst>
          </p:cNvPr>
          <p:cNvCxnSpPr>
            <a:cxnSpLocks/>
          </p:cNvCxnSpPr>
          <p:nvPr/>
        </p:nvCxnSpPr>
        <p:spPr>
          <a:xfrm>
            <a:off x="5011129" y="4076562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E58EA54-CBE9-4137-92CF-33BC4687AF8E}"/>
              </a:ext>
            </a:extLst>
          </p:cNvPr>
          <p:cNvSpPr txBox="1"/>
          <p:nvPr/>
        </p:nvSpPr>
        <p:spPr>
          <a:xfrm>
            <a:off x="713440" y="3206633"/>
            <a:ext cx="1504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FIFO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61D9B6-2584-4B79-BF0A-A3FCE393FCFE}"/>
              </a:ext>
            </a:extLst>
          </p:cNvPr>
          <p:cNvSpPr txBox="1"/>
          <p:nvPr/>
        </p:nvSpPr>
        <p:spPr>
          <a:xfrm>
            <a:off x="3856457" y="3244054"/>
            <a:ext cx="1504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FIFO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BB2C92-14DC-4329-9DFC-F49524DAAA28}"/>
              </a:ext>
            </a:extLst>
          </p:cNvPr>
          <p:cNvSpPr/>
          <p:nvPr/>
        </p:nvSpPr>
        <p:spPr>
          <a:xfrm>
            <a:off x="1691384" y="3771598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64BF8A-4936-4448-AFF8-08ECB8D46854}"/>
              </a:ext>
            </a:extLst>
          </p:cNvPr>
          <p:cNvSpPr/>
          <p:nvPr/>
        </p:nvSpPr>
        <p:spPr>
          <a:xfrm>
            <a:off x="1594342" y="3771598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31CA81-171B-447B-965F-614DA08E0CD8}"/>
              </a:ext>
            </a:extLst>
          </p:cNvPr>
          <p:cNvSpPr/>
          <p:nvPr/>
        </p:nvSpPr>
        <p:spPr>
          <a:xfrm>
            <a:off x="1497301" y="3771598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4F571C-7E02-45CE-9AF2-A2734B97AA56}"/>
              </a:ext>
            </a:extLst>
          </p:cNvPr>
          <p:cNvSpPr/>
          <p:nvPr/>
        </p:nvSpPr>
        <p:spPr>
          <a:xfrm>
            <a:off x="1400260" y="3771598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8C7A2C-ACE0-4E19-AA6C-AB8D9C4D5522}"/>
              </a:ext>
            </a:extLst>
          </p:cNvPr>
          <p:cNvSpPr/>
          <p:nvPr/>
        </p:nvSpPr>
        <p:spPr>
          <a:xfrm>
            <a:off x="4402743" y="3771595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95BC27-F837-4021-B7F1-D1A7A7D65C5B}"/>
              </a:ext>
            </a:extLst>
          </p:cNvPr>
          <p:cNvSpPr/>
          <p:nvPr/>
        </p:nvSpPr>
        <p:spPr>
          <a:xfrm>
            <a:off x="4305702" y="3771595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6E57B800-7E94-4CAA-B588-005FC23E6BC7}"/>
              </a:ext>
            </a:extLst>
          </p:cNvPr>
          <p:cNvCxnSpPr>
            <a:cxnSpLocks/>
            <a:stCxn id="6" idx="2"/>
            <a:endCxn id="47" idx="2"/>
          </p:cNvCxnSpPr>
          <p:nvPr/>
        </p:nvCxnSpPr>
        <p:spPr>
          <a:xfrm rot="16200000" flipH="1">
            <a:off x="7674910" y="2973355"/>
            <a:ext cx="12700" cy="3157821"/>
          </a:xfrm>
          <a:prstGeom prst="bentConnector3">
            <a:avLst>
              <a:gd name="adj1" fmla="val 3441197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Graphic 45" descr="Labor with solid fill">
            <a:extLst>
              <a:ext uri="{FF2B5EF4-FFF2-40B4-BE49-F238E27FC236}">
                <a16:creationId xmlns:a16="http://schemas.microsoft.com/office/drawing/2014/main" id="{1CD49B3A-BC8D-488F-9702-AD801694AA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17499" y="3571764"/>
            <a:ext cx="914400" cy="9144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D6372943-2875-4358-8199-26079E206F93}"/>
              </a:ext>
            </a:extLst>
          </p:cNvPr>
          <p:cNvSpPr/>
          <p:nvPr/>
        </p:nvSpPr>
        <p:spPr>
          <a:xfrm>
            <a:off x="8717879" y="3505663"/>
            <a:ext cx="1071884" cy="1046603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Graphic 47" descr="Labor with solid fill">
            <a:extLst>
              <a:ext uri="{FF2B5EF4-FFF2-40B4-BE49-F238E27FC236}">
                <a16:creationId xmlns:a16="http://schemas.microsoft.com/office/drawing/2014/main" id="{7C6E26F6-0F28-4CEE-8552-DF462EFEA6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75320" y="3571764"/>
            <a:ext cx="914400" cy="91440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B8C572E1-FD40-4F4A-B978-C3DFC061AECA}"/>
              </a:ext>
            </a:extLst>
          </p:cNvPr>
          <p:cNvGrpSpPr/>
          <p:nvPr/>
        </p:nvGrpSpPr>
        <p:grpSpPr>
          <a:xfrm>
            <a:off x="7228401" y="3711675"/>
            <a:ext cx="914400" cy="693420"/>
            <a:chOff x="2514645" y="5372107"/>
            <a:chExt cx="1226820" cy="69342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2939029-5E51-4AF5-929A-8BE9650A0969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537210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4BF3714-534B-4933-99D3-B459BCA3BDAE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606552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A025A28-64F6-49E3-95EF-2C565B799010}"/>
                </a:ext>
              </a:extLst>
            </p:cNvPr>
            <p:cNvSpPr/>
            <p:nvPr/>
          </p:nvSpPr>
          <p:spPr>
            <a:xfrm>
              <a:off x="2606039" y="5433060"/>
              <a:ext cx="1036321" cy="5791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2F4509F-12EE-4E31-A847-5E3BFFC3C379}"/>
              </a:ext>
            </a:extLst>
          </p:cNvPr>
          <p:cNvCxnSpPr>
            <a:cxnSpLocks/>
          </p:cNvCxnSpPr>
          <p:nvPr/>
        </p:nvCxnSpPr>
        <p:spPr>
          <a:xfrm>
            <a:off x="8142801" y="4073326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A4D0290-8071-4351-AB59-88C6531EBAE1}"/>
              </a:ext>
            </a:extLst>
          </p:cNvPr>
          <p:cNvSpPr txBox="1"/>
          <p:nvPr/>
        </p:nvSpPr>
        <p:spPr>
          <a:xfrm>
            <a:off x="6961792" y="3243445"/>
            <a:ext cx="1504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FIFO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A2B79C-D869-40CE-A5C7-5A5BEB25E3D3}"/>
              </a:ext>
            </a:extLst>
          </p:cNvPr>
          <p:cNvSpPr/>
          <p:nvPr/>
        </p:nvSpPr>
        <p:spPr>
          <a:xfrm>
            <a:off x="7508078" y="3770986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A6E4E2E-0C7F-4F94-A4F2-69FDC2DA201D}"/>
              </a:ext>
            </a:extLst>
          </p:cNvPr>
          <p:cNvSpPr/>
          <p:nvPr/>
        </p:nvSpPr>
        <p:spPr>
          <a:xfrm>
            <a:off x="7411037" y="3770986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71DC1BB-7A51-447C-BBDF-5B8A0E2C71AE}"/>
              </a:ext>
            </a:extLst>
          </p:cNvPr>
          <p:cNvCxnSpPr>
            <a:cxnSpLocks/>
          </p:cNvCxnSpPr>
          <p:nvPr/>
        </p:nvCxnSpPr>
        <p:spPr>
          <a:xfrm>
            <a:off x="6762283" y="4096846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Badge Cross with solid fill">
            <a:extLst>
              <a:ext uri="{FF2B5EF4-FFF2-40B4-BE49-F238E27FC236}">
                <a16:creationId xmlns:a16="http://schemas.microsoft.com/office/drawing/2014/main" id="{9A376E31-19F9-4EAD-99A6-7B77365146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82022" y="4967233"/>
            <a:ext cx="497855" cy="497855"/>
          </a:xfrm>
          <a:prstGeom prst="rect">
            <a:avLst/>
          </a:prstGeom>
        </p:spPr>
      </p:pic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6862B746-6A38-40D6-801A-8930D3ECF827}"/>
              </a:ext>
            </a:extLst>
          </p:cNvPr>
          <p:cNvCxnSpPr>
            <a:cxnSpLocks/>
            <a:stCxn id="47" idx="0"/>
            <a:endCxn id="6" idx="0"/>
          </p:cNvCxnSpPr>
          <p:nvPr/>
        </p:nvCxnSpPr>
        <p:spPr>
          <a:xfrm rot="16200000" flipV="1">
            <a:off x="7674911" y="1926752"/>
            <a:ext cx="12700" cy="3157821"/>
          </a:xfrm>
          <a:prstGeom prst="bentConnector3">
            <a:avLst>
              <a:gd name="adj1" fmla="val 3494118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Graphic 66" descr="Badge Cross with solid fill">
            <a:extLst>
              <a:ext uri="{FF2B5EF4-FFF2-40B4-BE49-F238E27FC236}">
                <a16:creationId xmlns:a16="http://schemas.microsoft.com/office/drawing/2014/main" id="{E978C543-8342-4350-8BE3-455E172B43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82022" y="2575268"/>
            <a:ext cx="497855" cy="49785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1493288A-4823-45F7-A791-FC7AC5F3E9BB}"/>
              </a:ext>
            </a:extLst>
          </p:cNvPr>
          <p:cNvSpPr txBox="1"/>
          <p:nvPr/>
        </p:nvSpPr>
        <p:spPr>
          <a:xfrm>
            <a:off x="10130845" y="3532057"/>
            <a:ext cx="17170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Aptos" panose="020B0004020202020204" pitchFamily="34" charset="0"/>
              </a:rPr>
              <a:t>Dataflow Region</a:t>
            </a:r>
          </a:p>
        </p:txBody>
      </p:sp>
    </p:spTree>
    <p:extLst>
      <p:ext uri="{BB962C8B-B14F-4D97-AF65-F5344CB8AC3E}">
        <p14:creationId xmlns:p14="http://schemas.microsoft.com/office/powerpoint/2010/main" val="1951692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AB9CB1-66F1-4813-81A8-8F5AE77E1CBE}"/>
              </a:ext>
            </a:extLst>
          </p:cNvPr>
          <p:cNvSpPr/>
          <p:nvPr/>
        </p:nvSpPr>
        <p:spPr>
          <a:xfrm>
            <a:off x="713440" y="3206633"/>
            <a:ext cx="9425642" cy="148855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60D475-A43B-4603-A148-E1B5E5C97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Producer, Single Consumer – everything must be streamlined, no bypass</a:t>
            </a:r>
          </a:p>
          <a:p>
            <a:r>
              <a:rPr lang="en-US" dirty="0"/>
              <a:t>No Feedback between tasks</a:t>
            </a:r>
          </a:p>
          <a:p>
            <a:r>
              <a:rPr lang="en-US" dirty="0"/>
              <a:t>No Conditional execution of tasks</a:t>
            </a:r>
          </a:p>
          <a:p>
            <a:r>
              <a:rPr lang="en-US" dirty="0"/>
              <a:t>No Loops with multiple exit conditions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D2E62E-CBAD-4D82-9472-B9E409F53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3E6F3B-81AE-43EE-9F06-CBEE7C47C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Canonical 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1B0629-6C41-4BF1-A0A2-706CA899958D}"/>
              </a:ext>
            </a:extLst>
          </p:cNvPr>
          <p:cNvSpPr/>
          <p:nvPr/>
        </p:nvSpPr>
        <p:spPr>
          <a:xfrm>
            <a:off x="5560058" y="3505663"/>
            <a:ext cx="1071884" cy="1046603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D609E1E-8077-416F-8E02-9BD45521A9A0}"/>
              </a:ext>
            </a:extLst>
          </p:cNvPr>
          <p:cNvGrpSpPr/>
          <p:nvPr/>
        </p:nvGrpSpPr>
        <p:grpSpPr>
          <a:xfrm>
            <a:off x="2519434" y="3505664"/>
            <a:ext cx="914400" cy="1046603"/>
            <a:chOff x="2996221" y="5044273"/>
            <a:chExt cx="914400" cy="104660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D95A7F2-7E30-481B-A99A-0D0E84269F39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 descr="Quill with solid fill">
              <a:extLst>
                <a:ext uri="{FF2B5EF4-FFF2-40B4-BE49-F238E27FC236}">
                  <a16:creationId xmlns:a16="http://schemas.microsoft.com/office/drawing/2014/main" id="{D0BD3AA5-CBD5-485F-986E-41E017F3D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BC1C5B-816D-4E8F-AE90-671E9078DE9E}"/>
              </a:ext>
            </a:extLst>
          </p:cNvPr>
          <p:cNvCxnSpPr>
            <a:cxnSpLocks/>
          </p:cNvCxnSpPr>
          <p:nvPr/>
        </p:nvCxnSpPr>
        <p:spPr>
          <a:xfrm>
            <a:off x="545809" y="4076562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485643-302A-46E8-8855-8C2D0D3B7754}"/>
              </a:ext>
            </a:extLst>
          </p:cNvPr>
          <p:cNvGrpSpPr/>
          <p:nvPr/>
        </p:nvGrpSpPr>
        <p:grpSpPr>
          <a:xfrm>
            <a:off x="998619" y="3712284"/>
            <a:ext cx="914400" cy="693420"/>
            <a:chOff x="2514645" y="5372107"/>
            <a:chExt cx="1226820" cy="69342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C343E4C-660B-4206-B8E8-4081B1C7857F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537210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A7DB13C-2444-46C9-B36A-EEAEB726C7C6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606552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8059818-EF5D-4012-A7F5-7D91A0F9798C}"/>
                </a:ext>
              </a:extLst>
            </p:cNvPr>
            <p:cNvSpPr/>
            <p:nvPr/>
          </p:nvSpPr>
          <p:spPr>
            <a:xfrm>
              <a:off x="2606039" y="5433060"/>
              <a:ext cx="1036321" cy="5791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BEF564-4820-4DCD-B4E7-84F518AD9B0C}"/>
              </a:ext>
            </a:extLst>
          </p:cNvPr>
          <p:cNvGrpSpPr/>
          <p:nvPr/>
        </p:nvGrpSpPr>
        <p:grpSpPr>
          <a:xfrm>
            <a:off x="4123066" y="3712284"/>
            <a:ext cx="914400" cy="693420"/>
            <a:chOff x="2514645" y="5372107"/>
            <a:chExt cx="1226820" cy="69342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C1FD2AD-FD21-478D-AF0A-1AA49A003297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537210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37233C4-286F-4995-B455-305EBB8CFFF8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606552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30E0428-8731-49AE-86C0-98C648B6C9EB}"/>
                </a:ext>
              </a:extLst>
            </p:cNvPr>
            <p:cNvSpPr/>
            <p:nvPr/>
          </p:nvSpPr>
          <p:spPr>
            <a:xfrm>
              <a:off x="2606039" y="5433060"/>
              <a:ext cx="1036321" cy="5791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28FE45-BFEC-448C-9615-DDBC6EAB99B9}"/>
              </a:ext>
            </a:extLst>
          </p:cNvPr>
          <p:cNvCxnSpPr>
            <a:cxnSpLocks/>
          </p:cNvCxnSpPr>
          <p:nvPr/>
        </p:nvCxnSpPr>
        <p:spPr>
          <a:xfrm>
            <a:off x="1839152" y="4058385"/>
            <a:ext cx="657044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831685-AD67-4435-82F5-32BAC0A699E5}"/>
              </a:ext>
            </a:extLst>
          </p:cNvPr>
          <p:cNvCxnSpPr>
            <a:cxnSpLocks/>
          </p:cNvCxnSpPr>
          <p:nvPr/>
        </p:nvCxnSpPr>
        <p:spPr>
          <a:xfrm>
            <a:off x="3586189" y="4076562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29D4960-7CC4-48E0-AAFF-4364EBEB3344}"/>
              </a:ext>
            </a:extLst>
          </p:cNvPr>
          <p:cNvCxnSpPr>
            <a:cxnSpLocks/>
          </p:cNvCxnSpPr>
          <p:nvPr/>
        </p:nvCxnSpPr>
        <p:spPr>
          <a:xfrm>
            <a:off x="5011129" y="4076562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E58EA54-CBE9-4137-92CF-33BC4687AF8E}"/>
              </a:ext>
            </a:extLst>
          </p:cNvPr>
          <p:cNvSpPr txBox="1"/>
          <p:nvPr/>
        </p:nvSpPr>
        <p:spPr>
          <a:xfrm>
            <a:off x="713440" y="3206633"/>
            <a:ext cx="1504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FIFO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61D9B6-2584-4B79-BF0A-A3FCE393FCFE}"/>
              </a:ext>
            </a:extLst>
          </p:cNvPr>
          <p:cNvSpPr txBox="1"/>
          <p:nvPr/>
        </p:nvSpPr>
        <p:spPr>
          <a:xfrm>
            <a:off x="3856457" y="3244054"/>
            <a:ext cx="1504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FIFO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BB2C92-14DC-4329-9DFC-F49524DAAA28}"/>
              </a:ext>
            </a:extLst>
          </p:cNvPr>
          <p:cNvSpPr/>
          <p:nvPr/>
        </p:nvSpPr>
        <p:spPr>
          <a:xfrm>
            <a:off x="1691384" y="3771598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64BF8A-4936-4448-AFF8-08ECB8D46854}"/>
              </a:ext>
            </a:extLst>
          </p:cNvPr>
          <p:cNvSpPr/>
          <p:nvPr/>
        </p:nvSpPr>
        <p:spPr>
          <a:xfrm>
            <a:off x="1594342" y="3771598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31CA81-171B-447B-965F-614DA08E0CD8}"/>
              </a:ext>
            </a:extLst>
          </p:cNvPr>
          <p:cNvSpPr/>
          <p:nvPr/>
        </p:nvSpPr>
        <p:spPr>
          <a:xfrm>
            <a:off x="1497301" y="3771598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4F571C-7E02-45CE-9AF2-A2734B97AA56}"/>
              </a:ext>
            </a:extLst>
          </p:cNvPr>
          <p:cNvSpPr/>
          <p:nvPr/>
        </p:nvSpPr>
        <p:spPr>
          <a:xfrm>
            <a:off x="1400260" y="3771598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8C7A2C-ACE0-4E19-AA6C-AB8D9C4D5522}"/>
              </a:ext>
            </a:extLst>
          </p:cNvPr>
          <p:cNvSpPr/>
          <p:nvPr/>
        </p:nvSpPr>
        <p:spPr>
          <a:xfrm>
            <a:off x="4402743" y="3771595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95BC27-F837-4021-B7F1-D1A7A7D65C5B}"/>
              </a:ext>
            </a:extLst>
          </p:cNvPr>
          <p:cNvSpPr/>
          <p:nvPr/>
        </p:nvSpPr>
        <p:spPr>
          <a:xfrm>
            <a:off x="4305702" y="3771595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2181E6B-BF3D-4BC2-A74F-3E17E297DADE}"/>
              </a:ext>
            </a:extLst>
          </p:cNvPr>
          <p:cNvGrpSpPr/>
          <p:nvPr/>
        </p:nvGrpSpPr>
        <p:grpSpPr>
          <a:xfrm>
            <a:off x="2519434" y="4942167"/>
            <a:ext cx="914400" cy="1046603"/>
            <a:chOff x="2996221" y="5044273"/>
            <a:chExt cx="914400" cy="104660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FDEB18F-4FBE-4561-8E7C-FE81AF605C8C}"/>
                </a:ext>
              </a:extLst>
            </p:cNvPr>
            <p:cNvSpPr/>
            <p:nvPr/>
          </p:nvSpPr>
          <p:spPr>
            <a:xfrm>
              <a:off x="2996221" y="5044273"/>
              <a:ext cx="867357" cy="10466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3" name="Graphic 32" descr="Quill with solid fill">
              <a:extLst>
                <a:ext uri="{FF2B5EF4-FFF2-40B4-BE49-F238E27FC236}">
                  <a16:creationId xmlns:a16="http://schemas.microsoft.com/office/drawing/2014/main" id="{0F55D14F-1080-417E-8E39-41E0AB18A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96221" y="5147887"/>
              <a:ext cx="914400" cy="914400"/>
            </a:xfrm>
            <a:prstGeom prst="rect">
              <a:avLst/>
            </a:prstGeom>
          </p:spPr>
        </p:pic>
      </p:grp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CA9417EC-3F64-44CC-A384-E9555A3B2408}"/>
              </a:ext>
            </a:extLst>
          </p:cNvPr>
          <p:cNvCxnSpPr>
            <a:cxnSpLocks/>
          </p:cNvCxnSpPr>
          <p:nvPr/>
        </p:nvCxnSpPr>
        <p:spPr>
          <a:xfrm>
            <a:off x="1839152" y="4235504"/>
            <a:ext cx="680282" cy="1402672"/>
          </a:xfrm>
          <a:prstGeom prst="bentConnector3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Graphic 41" descr="Badge Cross with solid fill">
            <a:extLst>
              <a:ext uri="{FF2B5EF4-FFF2-40B4-BE49-F238E27FC236}">
                <a16:creationId xmlns:a16="http://schemas.microsoft.com/office/drawing/2014/main" id="{700AD304-2DA2-4E68-8799-70B952DD75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6646" y="4773013"/>
            <a:ext cx="497855" cy="497855"/>
          </a:xfrm>
          <a:prstGeom prst="rect">
            <a:avLst/>
          </a:prstGeom>
        </p:spPr>
      </p:pic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6E57B800-7E94-4CAA-B588-005FC23E6BC7}"/>
              </a:ext>
            </a:extLst>
          </p:cNvPr>
          <p:cNvCxnSpPr>
            <a:cxnSpLocks/>
            <a:stCxn id="6" idx="2"/>
            <a:endCxn id="47" idx="2"/>
          </p:cNvCxnSpPr>
          <p:nvPr/>
        </p:nvCxnSpPr>
        <p:spPr>
          <a:xfrm rot="16200000" flipH="1">
            <a:off x="7674910" y="2973355"/>
            <a:ext cx="12700" cy="3157821"/>
          </a:xfrm>
          <a:prstGeom prst="bentConnector3">
            <a:avLst>
              <a:gd name="adj1" fmla="val 3441197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Graphic 45" descr="Labor with solid fill">
            <a:extLst>
              <a:ext uri="{FF2B5EF4-FFF2-40B4-BE49-F238E27FC236}">
                <a16:creationId xmlns:a16="http://schemas.microsoft.com/office/drawing/2014/main" id="{1CD49B3A-BC8D-488F-9702-AD801694AA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7499" y="3571764"/>
            <a:ext cx="914400" cy="9144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D6372943-2875-4358-8199-26079E206F93}"/>
              </a:ext>
            </a:extLst>
          </p:cNvPr>
          <p:cNvSpPr/>
          <p:nvPr/>
        </p:nvSpPr>
        <p:spPr>
          <a:xfrm>
            <a:off x="8717879" y="3505663"/>
            <a:ext cx="1071884" cy="1046603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Graphic 47" descr="Labor with solid fill">
            <a:extLst>
              <a:ext uri="{FF2B5EF4-FFF2-40B4-BE49-F238E27FC236}">
                <a16:creationId xmlns:a16="http://schemas.microsoft.com/office/drawing/2014/main" id="{7C6E26F6-0F28-4CEE-8552-DF462EFEA6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75320" y="3571764"/>
            <a:ext cx="914400" cy="91440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B8C572E1-FD40-4F4A-B978-C3DFC061AECA}"/>
              </a:ext>
            </a:extLst>
          </p:cNvPr>
          <p:cNvGrpSpPr/>
          <p:nvPr/>
        </p:nvGrpSpPr>
        <p:grpSpPr>
          <a:xfrm>
            <a:off x="7228401" y="3711675"/>
            <a:ext cx="914400" cy="693420"/>
            <a:chOff x="2514645" y="5372107"/>
            <a:chExt cx="1226820" cy="69342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2939029-5E51-4AF5-929A-8BE9650A0969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537210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4BF3714-534B-4933-99D3-B459BCA3BDAE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606552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A025A28-64F6-49E3-95EF-2C565B799010}"/>
                </a:ext>
              </a:extLst>
            </p:cNvPr>
            <p:cNvSpPr/>
            <p:nvPr/>
          </p:nvSpPr>
          <p:spPr>
            <a:xfrm>
              <a:off x="2606039" y="5433060"/>
              <a:ext cx="1036321" cy="5791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2F4509F-12EE-4E31-A847-5E3BFFC3C379}"/>
              </a:ext>
            </a:extLst>
          </p:cNvPr>
          <p:cNvCxnSpPr>
            <a:cxnSpLocks/>
          </p:cNvCxnSpPr>
          <p:nvPr/>
        </p:nvCxnSpPr>
        <p:spPr>
          <a:xfrm>
            <a:off x="8142801" y="4073326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A4D0290-8071-4351-AB59-88C6531EBAE1}"/>
              </a:ext>
            </a:extLst>
          </p:cNvPr>
          <p:cNvSpPr txBox="1"/>
          <p:nvPr/>
        </p:nvSpPr>
        <p:spPr>
          <a:xfrm>
            <a:off x="6961792" y="3243445"/>
            <a:ext cx="1504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FIFO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A2B79C-D869-40CE-A5C7-5A5BEB25E3D3}"/>
              </a:ext>
            </a:extLst>
          </p:cNvPr>
          <p:cNvSpPr/>
          <p:nvPr/>
        </p:nvSpPr>
        <p:spPr>
          <a:xfrm>
            <a:off x="7508078" y="3770986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A6E4E2E-0C7F-4F94-A4F2-69FDC2DA201D}"/>
              </a:ext>
            </a:extLst>
          </p:cNvPr>
          <p:cNvSpPr/>
          <p:nvPr/>
        </p:nvSpPr>
        <p:spPr>
          <a:xfrm>
            <a:off x="7411037" y="3770986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71DC1BB-7A51-447C-BBDF-5B8A0E2C71AE}"/>
              </a:ext>
            </a:extLst>
          </p:cNvPr>
          <p:cNvCxnSpPr>
            <a:cxnSpLocks/>
          </p:cNvCxnSpPr>
          <p:nvPr/>
        </p:nvCxnSpPr>
        <p:spPr>
          <a:xfrm>
            <a:off x="6762283" y="4096846"/>
            <a:ext cx="45281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Badge Cross with solid fill">
            <a:extLst>
              <a:ext uri="{FF2B5EF4-FFF2-40B4-BE49-F238E27FC236}">
                <a16:creationId xmlns:a16="http://schemas.microsoft.com/office/drawing/2014/main" id="{9A376E31-19F9-4EAD-99A6-7B77365146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2022" y="4967233"/>
            <a:ext cx="497855" cy="497855"/>
          </a:xfrm>
          <a:prstGeom prst="rect">
            <a:avLst/>
          </a:prstGeom>
        </p:spPr>
      </p:pic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6862B746-6A38-40D6-801A-8930D3ECF827}"/>
              </a:ext>
            </a:extLst>
          </p:cNvPr>
          <p:cNvCxnSpPr>
            <a:cxnSpLocks/>
            <a:stCxn id="47" idx="0"/>
            <a:endCxn id="6" idx="0"/>
          </p:cNvCxnSpPr>
          <p:nvPr/>
        </p:nvCxnSpPr>
        <p:spPr>
          <a:xfrm rot="16200000" flipV="1">
            <a:off x="7674911" y="1926752"/>
            <a:ext cx="12700" cy="3157821"/>
          </a:xfrm>
          <a:prstGeom prst="bentConnector3">
            <a:avLst>
              <a:gd name="adj1" fmla="val 3494118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Graphic 66" descr="Badge Cross with solid fill">
            <a:extLst>
              <a:ext uri="{FF2B5EF4-FFF2-40B4-BE49-F238E27FC236}">
                <a16:creationId xmlns:a16="http://schemas.microsoft.com/office/drawing/2014/main" id="{E978C543-8342-4350-8BE3-455E172B43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2022" y="2575268"/>
            <a:ext cx="497855" cy="49785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1493288A-4823-45F7-A791-FC7AC5F3E9BB}"/>
              </a:ext>
            </a:extLst>
          </p:cNvPr>
          <p:cNvSpPr txBox="1"/>
          <p:nvPr/>
        </p:nvSpPr>
        <p:spPr>
          <a:xfrm>
            <a:off x="10130845" y="3532057"/>
            <a:ext cx="17170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Aptos" panose="020B0004020202020204" pitchFamily="34" charset="0"/>
              </a:rPr>
              <a:t>Dataflow Region</a:t>
            </a:r>
          </a:p>
        </p:txBody>
      </p:sp>
    </p:spTree>
    <p:extLst>
      <p:ext uri="{BB962C8B-B14F-4D97-AF65-F5344CB8AC3E}">
        <p14:creationId xmlns:p14="http://schemas.microsoft.com/office/powerpoint/2010/main" val="1872768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11D76-0BBF-0975-2F43-E6DB0DD7A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915093-DD13-A9D6-C7C5-DBE08CD9E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B59627-266D-924E-9BBB-440B14AD4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Dataflow within </a:t>
            </a:r>
            <a:r>
              <a:rPr lang="en-US" dirty="0" err="1"/>
              <a:t>SubM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16B8D6-FA9D-6354-9F39-6A58125519D8}"/>
              </a:ext>
            </a:extLst>
          </p:cNvPr>
          <p:cNvSpPr/>
          <p:nvPr/>
        </p:nvSpPr>
        <p:spPr>
          <a:xfrm>
            <a:off x="1837460" y="2248236"/>
            <a:ext cx="2194560" cy="1571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double_increase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8669DE-27EA-F33C-AE75-D2CC2FAA0FDC}"/>
              </a:ext>
            </a:extLst>
          </p:cNvPr>
          <p:cNvSpPr/>
          <p:nvPr/>
        </p:nvSpPr>
        <p:spPr>
          <a:xfrm>
            <a:off x="5829429" y="3268185"/>
            <a:ext cx="163273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increase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7E041E-8C28-9F64-3DCE-3CDDE10402FC}"/>
              </a:ext>
            </a:extLst>
          </p:cNvPr>
          <p:cNvSpPr/>
          <p:nvPr/>
        </p:nvSpPr>
        <p:spPr>
          <a:xfrm>
            <a:off x="9280906" y="2260870"/>
            <a:ext cx="940970" cy="16245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add</a:t>
            </a:r>
          </a:p>
        </p:txBody>
      </p:sp>
      <p:sp>
        <p:nvSpPr>
          <p:cNvPr id="17" name="Flowchart: Magnetic Disk 16">
            <a:extLst>
              <a:ext uri="{FF2B5EF4-FFF2-40B4-BE49-F238E27FC236}">
                <a16:creationId xmlns:a16="http://schemas.microsoft.com/office/drawing/2014/main" id="{02ED4357-85F2-C7E2-5B9A-91C4C1AF8F71}"/>
              </a:ext>
            </a:extLst>
          </p:cNvPr>
          <p:cNvSpPr/>
          <p:nvPr/>
        </p:nvSpPr>
        <p:spPr>
          <a:xfrm>
            <a:off x="4374578" y="2230881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tmp1B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6F7F12-3ED1-7DE1-0DA2-B936B95AD46C}"/>
              </a:ext>
            </a:extLst>
          </p:cNvPr>
          <p:cNvSpPr txBox="1"/>
          <p:nvPr/>
        </p:nvSpPr>
        <p:spPr>
          <a:xfrm>
            <a:off x="922477" y="2432903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05DA71-6EF6-03D9-5342-50460C2093F3}"/>
              </a:ext>
            </a:extLst>
          </p:cNvPr>
          <p:cNvSpPr txBox="1"/>
          <p:nvPr/>
        </p:nvSpPr>
        <p:spPr>
          <a:xfrm>
            <a:off x="922477" y="3158869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CDA82E-FD3E-ED1A-CEAA-4C8BD9C2D761}"/>
              </a:ext>
            </a:extLst>
          </p:cNvPr>
          <p:cNvCxnSpPr>
            <a:cxnSpLocks/>
          </p:cNvCxnSpPr>
          <p:nvPr/>
        </p:nvCxnSpPr>
        <p:spPr>
          <a:xfrm>
            <a:off x="1487055" y="2617929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9E30126-143F-F24C-526D-59CEE1878CE8}"/>
              </a:ext>
            </a:extLst>
          </p:cNvPr>
          <p:cNvCxnSpPr>
            <a:cxnSpLocks/>
          </p:cNvCxnSpPr>
          <p:nvPr/>
        </p:nvCxnSpPr>
        <p:spPr>
          <a:xfrm>
            <a:off x="1487055" y="3343535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Magnetic Disk 30">
            <a:extLst>
              <a:ext uri="{FF2B5EF4-FFF2-40B4-BE49-F238E27FC236}">
                <a16:creationId xmlns:a16="http://schemas.microsoft.com/office/drawing/2014/main" id="{3E78EC04-C0C4-73F5-2C17-8DC87DDC2795}"/>
              </a:ext>
            </a:extLst>
          </p:cNvPr>
          <p:cNvSpPr/>
          <p:nvPr/>
        </p:nvSpPr>
        <p:spPr>
          <a:xfrm>
            <a:off x="4374578" y="3073154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tmp2A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A38A0FD-89E6-9A95-DDC2-1F0BA04BB414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4024173" y="3461816"/>
            <a:ext cx="361245" cy="8422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90E4289-64E8-2072-0AFB-9CC0A517E7C4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4032020" y="1753466"/>
            <a:ext cx="358354" cy="8511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E52BD24-6AC7-C8DE-C6E1-A4ACD841D259}"/>
              </a:ext>
            </a:extLst>
          </p:cNvPr>
          <p:cNvCxnSpPr>
            <a:cxnSpLocks/>
          </p:cNvCxnSpPr>
          <p:nvPr/>
        </p:nvCxnSpPr>
        <p:spPr>
          <a:xfrm>
            <a:off x="5479024" y="3461816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Magnetic Disk 40">
            <a:extLst>
              <a:ext uri="{FF2B5EF4-FFF2-40B4-BE49-F238E27FC236}">
                <a16:creationId xmlns:a16="http://schemas.microsoft.com/office/drawing/2014/main" id="{AC6DD622-6B74-B672-B36A-201A94E91940}"/>
              </a:ext>
            </a:extLst>
          </p:cNvPr>
          <p:cNvSpPr/>
          <p:nvPr/>
        </p:nvSpPr>
        <p:spPr>
          <a:xfrm>
            <a:off x="7804723" y="3073154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tmp3A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A65E525-6DBA-A98E-05F6-3214FCA26560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7454318" y="3442065"/>
            <a:ext cx="350405" cy="8203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DA365BD-5231-B989-900E-5F0CF5D679CC}"/>
              </a:ext>
            </a:extLst>
          </p:cNvPr>
          <p:cNvCxnSpPr>
            <a:cxnSpLocks/>
          </p:cNvCxnSpPr>
          <p:nvPr/>
        </p:nvCxnSpPr>
        <p:spPr>
          <a:xfrm>
            <a:off x="5500356" y="2617569"/>
            <a:ext cx="37670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A1A486F-3760-B856-15A3-CA760631A043}"/>
              </a:ext>
            </a:extLst>
          </p:cNvPr>
          <p:cNvCxnSpPr>
            <a:cxnSpLocks/>
          </p:cNvCxnSpPr>
          <p:nvPr/>
        </p:nvCxnSpPr>
        <p:spPr>
          <a:xfrm>
            <a:off x="8917015" y="3427779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2D11948-6E65-4658-C8C0-F835D9D892ED}"/>
              </a:ext>
            </a:extLst>
          </p:cNvPr>
          <p:cNvSpPr txBox="1"/>
          <p:nvPr/>
        </p:nvSpPr>
        <p:spPr>
          <a:xfrm>
            <a:off x="10619678" y="2964197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DE23D92-3998-2B58-271B-BEEE6BBF5A4E}"/>
              </a:ext>
            </a:extLst>
          </p:cNvPr>
          <p:cNvCxnSpPr>
            <a:cxnSpLocks/>
          </p:cNvCxnSpPr>
          <p:nvPr/>
        </p:nvCxnSpPr>
        <p:spPr>
          <a:xfrm>
            <a:off x="10221876" y="3148863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owchart: Magnetic Disk 24">
            <a:extLst>
              <a:ext uri="{FF2B5EF4-FFF2-40B4-BE49-F238E27FC236}">
                <a16:creationId xmlns:a16="http://schemas.microsoft.com/office/drawing/2014/main" id="{D613EFC9-ACAE-8050-3CB0-F6CC6C054629}"/>
              </a:ext>
            </a:extLst>
          </p:cNvPr>
          <p:cNvSpPr/>
          <p:nvPr/>
        </p:nvSpPr>
        <p:spPr>
          <a:xfrm>
            <a:off x="4385418" y="3937257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tmp2B</a:t>
            </a:r>
          </a:p>
        </p:txBody>
      </p:sp>
      <p:sp>
        <p:nvSpPr>
          <p:cNvPr id="27" name="Flowchart: Magnetic Disk 26">
            <a:extLst>
              <a:ext uri="{FF2B5EF4-FFF2-40B4-BE49-F238E27FC236}">
                <a16:creationId xmlns:a16="http://schemas.microsoft.com/office/drawing/2014/main" id="{AD3731DC-516D-6B06-2EF1-D6D57A7521CB}"/>
              </a:ext>
            </a:extLst>
          </p:cNvPr>
          <p:cNvSpPr/>
          <p:nvPr/>
        </p:nvSpPr>
        <p:spPr>
          <a:xfrm>
            <a:off x="4390374" y="1386634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tmp1A</a:t>
            </a:r>
          </a:p>
        </p:txBody>
      </p:sp>
      <p:sp>
        <p:nvSpPr>
          <p:cNvPr id="29" name="Flowchart: Magnetic Disk 28">
            <a:extLst>
              <a:ext uri="{FF2B5EF4-FFF2-40B4-BE49-F238E27FC236}">
                <a16:creationId xmlns:a16="http://schemas.microsoft.com/office/drawing/2014/main" id="{43D7CFDF-E2C3-BF7D-AB5F-4AD1FFF21F26}"/>
              </a:ext>
            </a:extLst>
          </p:cNvPr>
          <p:cNvSpPr/>
          <p:nvPr/>
        </p:nvSpPr>
        <p:spPr>
          <a:xfrm>
            <a:off x="7804723" y="389556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tmp3B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5D8BF6-798D-F83A-3738-C45FD8367483}"/>
              </a:ext>
            </a:extLst>
          </p:cNvPr>
          <p:cNvSpPr txBox="1"/>
          <p:nvPr/>
        </p:nvSpPr>
        <p:spPr>
          <a:xfrm>
            <a:off x="3092450" y="5130043"/>
            <a:ext cx="60071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Does this follow canonical form?</a:t>
            </a:r>
          </a:p>
        </p:txBody>
      </p:sp>
    </p:spTree>
    <p:extLst>
      <p:ext uri="{BB962C8B-B14F-4D97-AF65-F5344CB8AC3E}">
        <p14:creationId xmlns:p14="http://schemas.microsoft.com/office/powerpoint/2010/main" val="2789051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5EB48-627E-DA5E-9317-320F61F4A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4DD8D7-449B-E620-0FDF-45AA56011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5D9432-9459-F1D2-22BF-6961D395F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Dataflow within </a:t>
            </a:r>
            <a:r>
              <a:rPr lang="en-US" dirty="0" err="1"/>
              <a:t>SubM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4A7211-1C2C-DCF1-31C5-8AFBAA827F84}"/>
              </a:ext>
            </a:extLst>
          </p:cNvPr>
          <p:cNvSpPr/>
          <p:nvPr/>
        </p:nvSpPr>
        <p:spPr>
          <a:xfrm>
            <a:off x="1878367" y="3210261"/>
            <a:ext cx="2194560" cy="1571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double_increase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6ADABA-9C24-61C6-FE5D-FBF754D8B63F}"/>
              </a:ext>
            </a:extLst>
          </p:cNvPr>
          <p:cNvSpPr/>
          <p:nvPr/>
        </p:nvSpPr>
        <p:spPr>
          <a:xfrm>
            <a:off x="5870336" y="4230210"/>
            <a:ext cx="163273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increase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37C8D0-872E-6C34-88F8-3D59F75BFDE1}"/>
              </a:ext>
            </a:extLst>
          </p:cNvPr>
          <p:cNvSpPr/>
          <p:nvPr/>
        </p:nvSpPr>
        <p:spPr>
          <a:xfrm>
            <a:off x="9321813" y="3222895"/>
            <a:ext cx="940970" cy="16245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add</a:t>
            </a:r>
          </a:p>
        </p:txBody>
      </p:sp>
      <p:sp>
        <p:nvSpPr>
          <p:cNvPr id="8" name="Flowchart: Magnetic Disk 7">
            <a:extLst>
              <a:ext uri="{FF2B5EF4-FFF2-40B4-BE49-F238E27FC236}">
                <a16:creationId xmlns:a16="http://schemas.microsoft.com/office/drawing/2014/main" id="{A80C3A74-45FC-A857-931F-4D97034099D1}"/>
              </a:ext>
            </a:extLst>
          </p:cNvPr>
          <p:cNvSpPr/>
          <p:nvPr/>
        </p:nvSpPr>
        <p:spPr>
          <a:xfrm>
            <a:off x="4415485" y="3192906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362036-77D2-59B8-BEB8-B3579AC774A7}"/>
              </a:ext>
            </a:extLst>
          </p:cNvPr>
          <p:cNvSpPr txBox="1"/>
          <p:nvPr/>
        </p:nvSpPr>
        <p:spPr>
          <a:xfrm>
            <a:off x="963384" y="339492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F36198-2546-ECB9-D762-7FDF0008C80C}"/>
              </a:ext>
            </a:extLst>
          </p:cNvPr>
          <p:cNvSpPr txBox="1"/>
          <p:nvPr/>
        </p:nvSpPr>
        <p:spPr>
          <a:xfrm>
            <a:off x="963384" y="412089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0A8BE9-52C2-433F-3F96-68A7650CEDC6}"/>
              </a:ext>
            </a:extLst>
          </p:cNvPr>
          <p:cNvCxnSpPr>
            <a:cxnSpLocks/>
          </p:cNvCxnSpPr>
          <p:nvPr/>
        </p:nvCxnSpPr>
        <p:spPr>
          <a:xfrm>
            <a:off x="1527962" y="357995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0FC81A-FD50-0EB6-72EA-9947729E7E0E}"/>
              </a:ext>
            </a:extLst>
          </p:cNvPr>
          <p:cNvCxnSpPr>
            <a:cxnSpLocks/>
          </p:cNvCxnSpPr>
          <p:nvPr/>
        </p:nvCxnSpPr>
        <p:spPr>
          <a:xfrm>
            <a:off x="1527962" y="430556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Magnetic Disk 15">
            <a:extLst>
              <a:ext uri="{FF2B5EF4-FFF2-40B4-BE49-F238E27FC236}">
                <a16:creationId xmlns:a16="http://schemas.microsoft.com/office/drawing/2014/main" id="{D521142A-0AD8-C262-C193-4C4DA2B95946}"/>
              </a:ext>
            </a:extLst>
          </p:cNvPr>
          <p:cNvSpPr/>
          <p:nvPr/>
        </p:nvSpPr>
        <p:spPr>
          <a:xfrm>
            <a:off x="4415485" y="40351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B14B375-1979-0364-ABC8-5D4628AE4368}"/>
              </a:ext>
            </a:extLst>
          </p:cNvPr>
          <p:cNvCxnSpPr>
            <a:cxnSpLocks/>
          </p:cNvCxnSpPr>
          <p:nvPr/>
        </p:nvCxnSpPr>
        <p:spPr>
          <a:xfrm>
            <a:off x="4065080" y="44238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03D806-121A-B230-295F-F63BFF11C1AD}"/>
              </a:ext>
            </a:extLst>
          </p:cNvPr>
          <p:cNvCxnSpPr>
            <a:cxnSpLocks/>
          </p:cNvCxnSpPr>
          <p:nvPr/>
        </p:nvCxnSpPr>
        <p:spPr>
          <a:xfrm>
            <a:off x="4072927" y="3566667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A8FD5D1-7C70-7C24-995B-C4A2434DEEF8}"/>
              </a:ext>
            </a:extLst>
          </p:cNvPr>
          <p:cNvCxnSpPr>
            <a:cxnSpLocks/>
          </p:cNvCxnSpPr>
          <p:nvPr/>
        </p:nvCxnSpPr>
        <p:spPr>
          <a:xfrm>
            <a:off x="5519931" y="44238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Magnetic Disk 25">
            <a:extLst>
              <a:ext uri="{FF2B5EF4-FFF2-40B4-BE49-F238E27FC236}">
                <a16:creationId xmlns:a16="http://schemas.microsoft.com/office/drawing/2014/main" id="{BCF7401D-DC7A-CC5E-8BA2-80758CDEBA90}"/>
              </a:ext>
            </a:extLst>
          </p:cNvPr>
          <p:cNvSpPr/>
          <p:nvPr/>
        </p:nvSpPr>
        <p:spPr>
          <a:xfrm>
            <a:off x="7845630" y="40351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tmp3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B3B82A-839A-CD11-8A3D-84F8A90E7EDB}"/>
              </a:ext>
            </a:extLst>
          </p:cNvPr>
          <p:cNvCxnSpPr>
            <a:cxnSpLocks/>
          </p:cNvCxnSpPr>
          <p:nvPr/>
        </p:nvCxnSpPr>
        <p:spPr>
          <a:xfrm>
            <a:off x="7495225" y="440409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5F70F1F-DB95-A5EB-FF69-C5B050406EB7}"/>
              </a:ext>
            </a:extLst>
          </p:cNvPr>
          <p:cNvCxnSpPr>
            <a:cxnSpLocks/>
          </p:cNvCxnSpPr>
          <p:nvPr/>
        </p:nvCxnSpPr>
        <p:spPr>
          <a:xfrm>
            <a:off x="5541263" y="3579594"/>
            <a:ext cx="37670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AD862B-6A75-E7E2-D1C7-8F6D62FE1EFC}"/>
              </a:ext>
            </a:extLst>
          </p:cNvPr>
          <p:cNvCxnSpPr>
            <a:cxnSpLocks/>
          </p:cNvCxnSpPr>
          <p:nvPr/>
        </p:nvCxnSpPr>
        <p:spPr>
          <a:xfrm>
            <a:off x="8957922" y="438980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7E41B63-CE8F-3C6E-A85E-ABB89F5EE56E}"/>
              </a:ext>
            </a:extLst>
          </p:cNvPr>
          <p:cNvSpPr txBox="1"/>
          <p:nvPr/>
        </p:nvSpPr>
        <p:spPr>
          <a:xfrm>
            <a:off x="10660585" y="392622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D0B19D4-86CE-364E-54C0-753EA2D51163}"/>
              </a:ext>
            </a:extLst>
          </p:cNvPr>
          <p:cNvCxnSpPr>
            <a:cxnSpLocks/>
          </p:cNvCxnSpPr>
          <p:nvPr/>
        </p:nvCxnSpPr>
        <p:spPr>
          <a:xfrm>
            <a:off x="10262783" y="4110888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1191D5F-AD51-57F1-8C87-9D6C025D0F52}"/>
              </a:ext>
            </a:extLst>
          </p:cNvPr>
          <p:cNvCxnSpPr>
            <a:cxnSpLocks/>
          </p:cNvCxnSpPr>
          <p:nvPr/>
        </p:nvCxnSpPr>
        <p:spPr>
          <a:xfrm>
            <a:off x="1703164" y="2438400"/>
            <a:ext cx="0" cy="262258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0E224CC-B150-22C9-EE2C-AD4646CD0CDF}"/>
              </a:ext>
            </a:extLst>
          </p:cNvPr>
          <p:cNvCxnSpPr>
            <a:cxnSpLocks/>
          </p:cNvCxnSpPr>
          <p:nvPr/>
        </p:nvCxnSpPr>
        <p:spPr>
          <a:xfrm>
            <a:off x="4971631" y="2483028"/>
            <a:ext cx="0" cy="262258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9FE483F-9067-B451-4576-D738FC280ABE}"/>
              </a:ext>
            </a:extLst>
          </p:cNvPr>
          <p:cNvCxnSpPr>
            <a:cxnSpLocks/>
          </p:cNvCxnSpPr>
          <p:nvPr/>
        </p:nvCxnSpPr>
        <p:spPr>
          <a:xfrm>
            <a:off x="8401648" y="2483028"/>
            <a:ext cx="0" cy="262258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28D6A2B-A29F-B638-B993-60FBC97B9B79}"/>
              </a:ext>
            </a:extLst>
          </p:cNvPr>
          <p:cNvCxnSpPr>
            <a:cxnSpLocks/>
          </p:cNvCxnSpPr>
          <p:nvPr/>
        </p:nvCxnSpPr>
        <p:spPr>
          <a:xfrm>
            <a:off x="10439998" y="2483028"/>
            <a:ext cx="0" cy="262258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ight Brace 52">
            <a:extLst>
              <a:ext uri="{FF2B5EF4-FFF2-40B4-BE49-F238E27FC236}">
                <a16:creationId xmlns:a16="http://schemas.microsoft.com/office/drawing/2014/main" id="{6B5CEFF3-99C0-2E18-ACB9-7B8C450249CF}"/>
              </a:ext>
            </a:extLst>
          </p:cNvPr>
          <p:cNvSpPr/>
          <p:nvPr/>
        </p:nvSpPr>
        <p:spPr>
          <a:xfrm rot="5400000">
            <a:off x="3113192" y="3610070"/>
            <a:ext cx="559499" cy="3157382"/>
          </a:xfrm>
          <a:prstGeom prst="rightBrace">
            <a:avLst>
              <a:gd name="adj1" fmla="val 37274"/>
              <a:gd name="adj2" fmla="val 50000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Brace 53">
            <a:extLst>
              <a:ext uri="{FF2B5EF4-FFF2-40B4-BE49-F238E27FC236}">
                <a16:creationId xmlns:a16="http://schemas.microsoft.com/office/drawing/2014/main" id="{E92A5877-74F6-44BD-1200-1E97F71EA3D6}"/>
              </a:ext>
            </a:extLst>
          </p:cNvPr>
          <p:cNvSpPr/>
          <p:nvPr/>
        </p:nvSpPr>
        <p:spPr>
          <a:xfrm rot="5400000">
            <a:off x="6462431" y="3515295"/>
            <a:ext cx="559499" cy="3318930"/>
          </a:xfrm>
          <a:prstGeom prst="rightBrace">
            <a:avLst>
              <a:gd name="adj1" fmla="val 37274"/>
              <a:gd name="adj2" fmla="val 50000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Brace 54">
            <a:extLst>
              <a:ext uri="{FF2B5EF4-FFF2-40B4-BE49-F238E27FC236}">
                <a16:creationId xmlns:a16="http://schemas.microsoft.com/office/drawing/2014/main" id="{3D0CB864-E499-5959-0F55-8D19EBF743F2}"/>
              </a:ext>
            </a:extLst>
          </p:cNvPr>
          <p:cNvSpPr/>
          <p:nvPr/>
        </p:nvSpPr>
        <p:spPr>
          <a:xfrm rot="5400000">
            <a:off x="9195442" y="4209958"/>
            <a:ext cx="559499" cy="1929608"/>
          </a:xfrm>
          <a:prstGeom prst="rightBrace">
            <a:avLst>
              <a:gd name="adj1" fmla="val 37274"/>
              <a:gd name="adj2" fmla="val 50000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305666-1D90-C4B4-4134-4098F136D287}"/>
              </a:ext>
            </a:extLst>
          </p:cNvPr>
          <p:cNvSpPr txBox="1"/>
          <p:nvPr/>
        </p:nvSpPr>
        <p:spPr>
          <a:xfrm>
            <a:off x="2886231" y="5454510"/>
            <a:ext cx="1030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Stage 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E72213-5319-FD51-1F60-CD5F8AC9ADC3}"/>
              </a:ext>
            </a:extLst>
          </p:cNvPr>
          <p:cNvSpPr txBox="1"/>
          <p:nvPr/>
        </p:nvSpPr>
        <p:spPr>
          <a:xfrm>
            <a:off x="6206950" y="5439195"/>
            <a:ext cx="1030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Stage 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71CD21B-9124-E1DE-6D05-701A9EB93960}"/>
              </a:ext>
            </a:extLst>
          </p:cNvPr>
          <p:cNvSpPr txBox="1"/>
          <p:nvPr/>
        </p:nvSpPr>
        <p:spPr>
          <a:xfrm>
            <a:off x="8968481" y="5439195"/>
            <a:ext cx="1030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Stage 3</a:t>
            </a: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B4FCBB84-36EB-3FF5-82A2-2F9FDDB26033}"/>
              </a:ext>
            </a:extLst>
          </p:cNvPr>
          <p:cNvSpPr/>
          <p:nvPr/>
        </p:nvSpPr>
        <p:spPr>
          <a:xfrm>
            <a:off x="5743150" y="1171577"/>
            <a:ext cx="3030639" cy="1413420"/>
          </a:xfrm>
          <a:prstGeom prst="wedgeRectCallout">
            <a:avLst>
              <a:gd name="adj1" fmla="val -53033"/>
              <a:gd name="adj2" fmla="val 96307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ptos" panose="020B0004020202020204" pitchFamily="34" charset="0"/>
              </a:rPr>
              <a:t>Violation: array tmp1 is not consumed but bypassed in the second pipeline stage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38FA8F4-F30A-2533-D852-3EAE1A0DA439}"/>
              </a:ext>
            </a:extLst>
          </p:cNvPr>
          <p:cNvSpPr/>
          <p:nvPr/>
        </p:nvSpPr>
        <p:spPr>
          <a:xfrm>
            <a:off x="5953125" y="3314700"/>
            <a:ext cx="1528359" cy="530715"/>
          </a:xfrm>
          <a:prstGeom prst="ellipse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350146-99DD-2228-5782-E19780BC24E4}"/>
              </a:ext>
            </a:extLst>
          </p:cNvPr>
          <p:cNvSpPr txBox="1"/>
          <p:nvPr/>
        </p:nvSpPr>
        <p:spPr>
          <a:xfrm>
            <a:off x="6874777" y="2913664"/>
            <a:ext cx="1071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nothing</a:t>
            </a:r>
          </a:p>
        </p:txBody>
      </p:sp>
    </p:spTree>
    <p:extLst>
      <p:ext uri="{BB962C8B-B14F-4D97-AF65-F5344CB8AC3E}">
        <p14:creationId xmlns:p14="http://schemas.microsoft.com/office/powerpoint/2010/main" val="3308035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48AAD-3B2D-EA69-7720-F800CA6ED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730F8E-675C-FEBE-3A60-2AA8A501B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402FB4-0863-2927-5895-EA2C4F83A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Dataflow within </a:t>
            </a:r>
            <a:r>
              <a:rPr lang="en-US" dirty="0" err="1"/>
              <a:t>SubM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99F804-F76F-5CB2-FEE4-735C338EC4CD}"/>
              </a:ext>
            </a:extLst>
          </p:cNvPr>
          <p:cNvSpPr/>
          <p:nvPr/>
        </p:nvSpPr>
        <p:spPr>
          <a:xfrm>
            <a:off x="1878367" y="3210261"/>
            <a:ext cx="2194560" cy="1571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double_increase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532BB1-BE7C-BFE0-EFAF-CB4C76501DE6}"/>
              </a:ext>
            </a:extLst>
          </p:cNvPr>
          <p:cNvSpPr/>
          <p:nvPr/>
        </p:nvSpPr>
        <p:spPr>
          <a:xfrm>
            <a:off x="5870336" y="4230210"/>
            <a:ext cx="163273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increase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2789B0-C2B8-0135-E9CE-6F096028AE88}"/>
              </a:ext>
            </a:extLst>
          </p:cNvPr>
          <p:cNvSpPr/>
          <p:nvPr/>
        </p:nvSpPr>
        <p:spPr>
          <a:xfrm>
            <a:off x="9321813" y="3222895"/>
            <a:ext cx="940970" cy="16245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add</a:t>
            </a:r>
          </a:p>
        </p:txBody>
      </p:sp>
      <p:sp>
        <p:nvSpPr>
          <p:cNvPr id="8" name="Flowchart: Magnetic Disk 7">
            <a:extLst>
              <a:ext uri="{FF2B5EF4-FFF2-40B4-BE49-F238E27FC236}">
                <a16:creationId xmlns:a16="http://schemas.microsoft.com/office/drawing/2014/main" id="{D8F20ABC-C620-B592-E1EF-F0953145E8CA}"/>
              </a:ext>
            </a:extLst>
          </p:cNvPr>
          <p:cNvSpPr/>
          <p:nvPr/>
        </p:nvSpPr>
        <p:spPr>
          <a:xfrm>
            <a:off x="4415485" y="3192906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D4EDA9-E62F-EFAA-C15F-5F8326BA414D}"/>
              </a:ext>
            </a:extLst>
          </p:cNvPr>
          <p:cNvSpPr txBox="1"/>
          <p:nvPr/>
        </p:nvSpPr>
        <p:spPr>
          <a:xfrm>
            <a:off x="963384" y="339492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03DDB8-E89F-BCAF-C3C2-326D0E49EE8C}"/>
              </a:ext>
            </a:extLst>
          </p:cNvPr>
          <p:cNvSpPr txBox="1"/>
          <p:nvPr/>
        </p:nvSpPr>
        <p:spPr>
          <a:xfrm>
            <a:off x="963384" y="412089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B6ABE0-39A1-65C0-6392-2452F5E4050B}"/>
              </a:ext>
            </a:extLst>
          </p:cNvPr>
          <p:cNvCxnSpPr>
            <a:cxnSpLocks/>
          </p:cNvCxnSpPr>
          <p:nvPr/>
        </p:nvCxnSpPr>
        <p:spPr>
          <a:xfrm>
            <a:off x="1527962" y="357995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33A84A-8EE0-D474-ED2A-D614F0A25B12}"/>
              </a:ext>
            </a:extLst>
          </p:cNvPr>
          <p:cNvCxnSpPr>
            <a:cxnSpLocks/>
          </p:cNvCxnSpPr>
          <p:nvPr/>
        </p:nvCxnSpPr>
        <p:spPr>
          <a:xfrm>
            <a:off x="1527962" y="430556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Magnetic Disk 15">
            <a:extLst>
              <a:ext uri="{FF2B5EF4-FFF2-40B4-BE49-F238E27FC236}">
                <a16:creationId xmlns:a16="http://schemas.microsoft.com/office/drawing/2014/main" id="{2ADC8A8C-18E1-74F3-A397-D00B2B35091B}"/>
              </a:ext>
            </a:extLst>
          </p:cNvPr>
          <p:cNvSpPr/>
          <p:nvPr/>
        </p:nvSpPr>
        <p:spPr>
          <a:xfrm>
            <a:off x="4415485" y="40351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2987A24-CA7D-BD7E-347C-115ADDCCFBA8}"/>
              </a:ext>
            </a:extLst>
          </p:cNvPr>
          <p:cNvCxnSpPr>
            <a:cxnSpLocks/>
          </p:cNvCxnSpPr>
          <p:nvPr/>
        </p:nvCxnSpPr>
        <p:spPr>
          <a:xfrm>
            <a:off x="4065080" y="44238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E561A79-C47F-4036-BB1B-9736965AC9C0}"/>
              </a:ext>
            </a:extLst>
          </p:cNvPr>
          <p:cNvCxnSpPr>
            <a:cxnSpLocks/>
          </p:cNvCxnSpPr>
          <p:nvPr/>
        </p:nvCxnSpPr>
        <p:spPr>
          <a:xfrm>
            <a:off x="4072927" y="3566667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8525F39-CB94-E62B-4BC7-B7B960D9201F}"/>
              </a:ext>
            </a:extLst>
          </p:cNvPr>
          <p:cNvCxnSpPr>
            <a:cxnSpLocks/>
          </p:cNvCxnSpPr>
          <p:nvPr/>
        </p:nvCxnSpPr>
        <p:spPr>
          <a:xfrm>
            <a:off x="5519931" y="44238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Magnetic Disk 25">
            <a:extLst>
              <a:ext uri="{FF2B5EF4-FFF2-40B4-BE49-F238E27FC236}">
                <a16:creationId xmlns:a16="http://schemas.microsoft.com/office/drawing/2014/main" id="{55F650BA-373D-421F-7ADD-93AACF98C14E}"/>
              </a:ext>
            </a:extLst>
          </p:cNvPr>
          <p:cNvSpPr/>
          <p:nvPr/>
        </p:nvSpPr>
        <p:spPr>
          <a:xfrm>
            <a:off x="7845630" y="40351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tmp3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42FB149-C681-E035-FB67-65F43E2660B5}"/>
              </a:ext>
            </a:extLst>
          </p:cNvPr>
          <p:cNvCxnSpPr>
            <a:cxnSpLocks/>
          </p:cNvCxnSpPr>
          <p:nvPr/>
        </p:nvCxnSpPr>
        <p:spPr>
          <a:xfrm>
            <a:off x="7495225" y="440409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7008C23-E430-4E55-7D83-AFF34088F665}"/>
              </a:ext>
            </a:extLst>
          </p:cNvPr>
          <p:cNvCxnSpPr>
            <a:cxnSpLocks/>
          </p:cNvCxnSpPr>
          <p:nvPr/>
        </p:nvCxnSpPr>
        <p:spPr>
          <a:xfrm>
            <a:off x="5541263" y="3579594"/>
            <a:ext cx="37670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75CB3A-9ABF-81CF-75C4-7A1053BC1FC1}"/>
              </a:ext>
            </a:extLst>
          </p:cNvPr>
          <p:cNvCxnSpPr>
            <a:cxnSpLocks/>
          </p:cNvCxnSpPr>
          <p:nvPr/>
        </p:nvCxnSpPr>
        <p:spPr>
          <a:xfrm>
            <a:off x="8957922" y="438980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2039720-82F4-C4C7-1F23-8D77ED2E09AA}"/>
              </a:ext>
            </a:extLst>
          </p:cNvPr>
          <p:cNvSpPr txBox="1"/>
          <p:nvPr/>
        </p:nvSpPr>
        <p:spPr>
          <a:xfrm>
            <a:off x="10660585" y="392622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9C23A18-B1D8-FD5B-0F40-3BD774948AC1}"/>
              </a:ext>
            </a:extLst>
          </p:cNvPr>
          <p:cNvCxnSpPr>
            <a:cxnSpLocks/>
          </p:cNvCxnSpPr>
          <p:nvPr/>
        </p:nvCxnSpPr>
        <p:spPr>
          <a:xfrm>
            <a:off x="10262783" y="4110888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23C64B9-A4B9-56E6-8D69-B293B1774BB8}"/>
              </a:ext>
            </a:extLst>
          </p:cNvPr>
          <p:cNvCxnSpPr>
            <a:cxnSpLocks/>
          </p:cNvCxnSpPr>
          <p:nvPr/>
        </p:nvCxnSpPr>
        <p:spPr>
          <a:xfrm>
            <a:off x="1703164" y="2438400"/>
            <a:ext cx="0" cy="262258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B5C9985-6694-E659-4C29-464C9248B6B6}"/>
              </a:ext>
            </a:extLst>
          </p:cNvPr>
          <p:cNvCxnSpPr>
            <a:cxnSpLocks/>
          </p:cNvCxnSpPr>
          <p:nvPr/>
        </p:nvCxnSpPr>
        <p:spPr>
          <a:xfrm>
            <a:off x="4971631" y="2483028"/>
            <a:ext cx="0" cy="262258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C9F7069-DEA4-2088-F4E6-5A46F5D6CA9A}"/>
              </a:ext>
            </a:extLst>
          </p:cNvPr>
          <p:cNvCxnSpPr>
            <a:cxnSpLocks/>
          </p:cNvCxnSpPr>
          <p:nvPr/>
        </p:nvCxnSpPr>
        <p:spPr>
          <a:xfrm>
            <a:off x="10439998" y="2483028"/>
            <a:ext cx="0" cy="262258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ight Brace 52">
            <a:extLst>
              <a:ext uri="{FF2B5EF4-FFF2-40B4-BE49-F238E27FC236}">
                <a16:creationId xmlns:a16="http://schemas.microsoft.com/office/drawing/2014/main" id="{8EB8D90D-917E-B666-874A-8911B73D7936}"/>
              </a:ext>
            </a:extLst>
          </p:cNvPr>
          <p:cNvSpPr/>
          <p:nvPr/>
        </p:nvSpPr>
        <p:spPr>
          <a:xfrm rot="5400000">
            <a:off x="3113192" y="3610070"/>
            <a:ext cx="559499" cy="3157382"/>
          </a:xfrm>
          <a:prstGeom prst="rightBrace">
            <a:avLst>
              <a:gd name="adj1" fmla="val 37274"/>
              <a:gd name="adj2" fmla="val 50000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Brace 53">
            <a:extLst>
              <a:ext uri="{FF2B5EF4-FFF2-40B4-BE49-F238E27FC236}">
                <a16:creationId xmlns:a16="http://schemas.microsoft.com/office/drawing/2014/main" id="{8E9C7FAB-D5AA-D5F3-B507-81895A75650C}"/>
              </a:ext>
            </a:extLst>
          </p:cNvPr>
          <p:cNvSpPr/>
          <p:nvPr/>
        </p:nvSpPr>
        <p:spPr>
          <a:xfrm rot="5400000">
            <a:off x="7481606" y="2496121"/>
            <a:ext cx="559499" cy="5357280"/>
          </a:xfrm>
          <a:prstGeom prst="rightBrace">
            <a:avLst>
              <a:gd name="adj1" fmla="val 37274"/>
              <a:gd name="adj2" fmla="val 50000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29D213-28E4-A93C-81DE-D036C0B67F96}"/>
              </a:ext>
            </a:extLst>
          </p:cNvPr>
          <p:cNvSpPr txBox="1"/>
          <p:nvPr/>
        </p:nvSpPr>
        <p:spPr>
          <a:xfrm>
            <a:off x="2886231" y="5454510"/>
            <a:ext cx="1030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Stage 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255D68-AA73-5FF8-85DA-C1CE61A65BBA}"/>
              </a:ext>
            </a:extLst>
          </p:cNvPr>
          <p:cNvSpPr txBox="1"/>
          <p:nvPr/>
        </p:nvSpPr>
        <p:spPr>
          <a:xfrm>
            <a:off x="7245175" y="5439195"/>
            <a:ext cx="1030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Stage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F41B67-D15E-F178-5A4C-C843FD061F3C}"/>
              </a:ext>
            </a:extLst>
          </p:cNvPr>
          <p:cNvSpPr txBox="1"/>
          <p:nvPr/>
        </p:nvSpPr>
        <p:spPr>
          <a:xfrm>
            <a:off x="1076490" y="1178363"/>
            <a:ext cx="103969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Lead to performance degradation by reducing pipeline stages and increasing pipeline interval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F9F92B-D0F7-BE1A-9322-BCB80C73DEC8}"/>
              </a:ext>
            </a:extLst>
          </p:cNvPr>
          <p:cNvSpPr txBox="1"/>
          <p:nvPr/>
        </p:nvSpPr>
        <p:spPr>
          <a:xfrm>
            <a:off x="2975647" y="1718642"/>
            <a:ext cx="600710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How to address this problem?</a:t>
            </a:r>
          </a:p>
        </p:txBody>
      </p:sp>
    </p:spTree>
    <p:extLst>
      <p:ext uri="{BB962C8B-B14F-4D97-AF65-F5344CB8AC3E}">
        <p14:creationId xmlns:p14="http://schemas.microsoft.com/office/powerpoint/2010/main" val="585122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3EA03-7894-514C-0112-17053B8B5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D0E190-A96F-901D-F42C-D4BAC67CF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80BC66-05BA-C0EB-17DE-66ABD1434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Third Optimization – Revised Dataflow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2FF770-A460-FC34-AA19-47F7F8466CBD}"/>
              </a:ext>
            </a:extLst>
          </p:cNvPr>
          <p:cNvSpPr txBox="1"/>
          <p:nvPr/>
        </p:nvSpPr>
        <p:spPr>
          <a:xfrm>
            <a:off x="268907" y="1182227"/>
            <a:ext cx="5601429" cy="2513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dut</a:t>
            </a:r>
            <a:r>
              <a:rPr lang="en-US" b="0" dirty="0">
                <a:effectLst/>
                <a:latin typeface="Consolas" panose="020B0609020204030204" pitchFamily="49" charset="0"/>
              </a:rPr>
              <a:t>(int* in1, int* in2, int*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#pragma HLS dataflow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int tmp1[128], tmp2[128];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    int tmp3[128];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dirty="0" err="1">
                <a:effectLst/>
                <a:latin typeface="Consolas" panose="020B0609020204030204" pitchFamily="49" charset="0"/>
              </a:rPr>
              <a:t>double_increase</a:t>
            </a:r>
            <a:r>
              <a:rPr lang="en-US" b="0" dirty="0"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in1</a:t>
            </a:r>
            <a:r>
              <a:rPr lang="en-US" b="0" dirty="0">
                <a:effectLst/>
                <a:latin typeface="Consolas" panose="020B0609020204030204" pitchFamily="49" charset="0"/>
              </a:rPr>
              <a:t>, in2, tmp1, tmp2);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increase(tmp2, tmp3);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add(tmp1, tmp3,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26C578-8524-393A-BB6C-097E1050F826}"/>
              </a:ext>
            </a:extLst>
          </p:cNvPr>
          <p:cNvSpPr/>
          <p:nvPr/>
        </p:nvSpPr>
        <p:spPr>
          <a:xfrm>
            <a:off x="1859317" y="4200861"/>
            <a:ext cx="2194560" cy="1571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double_increase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DA9E74-7CC4-0859-8C21-EAB56C18FD46}"/>
              </a:ext>
            </a:extLst>
          </p:cNvPr>
          <p:cNvSpPr/>
          <p:nvPr/>
        </p:nvSpPr>
        <p:spPr>
          <a:xfrm>
            <a:off x="5851286" y="5220810"/>
            <a:ext cx="163273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increase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7591C2-A0BC-49B6-5BC9-888E148205B0}"/>
              </a:ext>
            </a:extLst>
          </p:cNvPr>
          <p:cNvSpPr/>
          <p:nvPr/>
        </p:nvSpPr>
        <p:spPr>
          <a:xfrm>
            <a:off x="9302763" y="4213495"/>
            <a:ext cx="940970" cy="16245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add</a:t>
            </a:r>
          </a:p>
        </p:txBody>
      </p:sp>
      <p:sp>
        <p:nvSpPr>
          <p:cNvPr id="10" name="Flowchart: Magnetic Disk 9">
            <a:extLst>
              <a:ext uri="{FF2B5EF4-FFF2-40B4-BE49-F238E27FC236}">
                <a16:creationId xmlns:a16="http://schemas.microsoft.com/office/drawing/2014/main" id="{A5D35ABD-FA28-54BB-4848-024C76AC5E97}"/>
              </a:ext>
            </a:extLst>
          </p:cNvPr>
          <p:cNvSpPr/>
          <p:nvPr/>
        </p:nvSpPr>
        <p:spPr>
          <a:xfrm>
            <a:off x="4396435" y="4183506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8C256E-D6B3-5518-B029-D5397ABB6943}"/>
              </a:ext>
            </a:extLst>
          </p:cNvPr>
          <p:cNvSpPr txBox="1"/>
          <p:nvPr/>
        </p:nvSpPr>
        <p:spPr>
          <a:xfrm>
            <a:off x="944334" y="438552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2EA172-D469-2D56-D8D7-F68D06041BAD}"/>
              </a:ext>
            </a:extLst>
          </p:cNvPr>
          <p:cNvSpPr txBox="1"/>
          <p:nvPr/>
        </p:nvSpPr>
        <p:spPr>
          <a:xfrm>
            <a:off x="944334" y="511149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815721-234B-A83F-6B0E-C24D6CFAFBAF}"/>
              </a:ext>
            </a:extLst>
          </p:cNvPr>
          <p:cNvCxnSpPr>
            <a:cxnSpLocks/>
          </p:cNvCxnSpPr>
          <p:nvPr/>
        </p:nvCxnSpPr>
        <p:spPr>
          <a:xfrm>
            <a:off x="1508912" y="457055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5C6617-ABA5-D1E3-E184-BBA03C3815C7}"/>
              </a:ext>
            </a:extLst>
          </p:cNvPr>
          <p:cNvCxnSpPr>
            <a:cxnSpLocks/>
          </p:cNvCxnSpPr>
          <p:nvPr/>
        </p:nvCxnSpPr>
        <p:spPr>
          <a:xfrm>
            <a:off x="1508912" y="529616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Magnetic Disk 23">
            <a:extLst>
              <a:ext uri="{FF2B5EF4-FFF2-40B4-BE49-F238E27FC236}">
                <a16:creationId xmlns:a16="http://schemas.microsoft.com/office/drawing/2014/main" id="{CE140BFF-F28F-FE59-96B0-22A893C0F35C}"/>
              </a:ext>
            </a:extLst>
          </p:cNvPr>
          <p:cNvSpPr/>
          <p:nvPr/>
        </p:nvSpPr>
        <p:spPr>
          <a:xfrm>
            <a:off x="4396435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2521F7D-1728-DC83-440A-2B7BEC852B46}"/>
              </a:ext>
            </a:extLst>
          </p:cNvPr>
          <p:cNvCxnSpPr>
            <a:cxnSpLocks/>
          </p:cNvCxnSpPr>
          <p:nvPr/>
        </p:nvCxnSpPr>
        <p:spPr>
          <a:xfrm>
            <a:off x="4046030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6B2DC31-18F6-BF55-5234-D942FADCDED1}"/>
              </a:ext>
            </a:extLst>
          </p:cNvPr>
          <p:cNvCxnSpPr>
            <a:cxnSpLocks/>
          </p:cNvCxnSpPr>
          <p:nvPr/>
        </p:nvCxnSpPr>
        <p:spPr>
          <a:xfrm>
            <a:off x="4053877" y="4557267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DF14B6E-1477-51C4-EFB5-19591B387551}"/>
              </a:ext>
            </a:extLst>
          </p:cNvPr>
          <p:cNvCxnSpPr>
            <a:cxnSpLocks/>
          </p:cNvCxnSpPr>
          <p:nvPr/>
        </p:nvCxnSpPr>
        <p:spPr>
          <a:xfrm>
            <a:off x="5500881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Magnetic Disk 27">
            <a:extLst>
              <a:ext uri="{FF2B5EF4-FFF2-40B4-BE49-F238E27FC236}">
                <a16:creationId xmlns:a16="http://schemas.microsoft.com/office/drawing/2014/main" id="{BB946B2B-FC70-3B95-14AB-99AF25F42FDF}"/>
              </a:ext>
            </a:extLst>
          </p:cNvPr>
          <p:cNvSpPr/>
          <p:nvPr/>
        </p:nvSpPr>
        <p:spPr>
          <a:xfrm>
            <a:off x="7826580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1949157-A430-F9C5-FE18-84370EE97FF7}"/>
              </a:ext>
            </a:extLst>
          </p:cNvPr>
          <p:cNvCxnSpPr>
            <a:cxnSpLocks/>
          </p:cNvCxnSpPr>
          <p:nvPr/>
        </p:nvCxnSpPr>
        <p:spPr>
          <a:xfrm>
            <a:off x="7476175" y="539469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4A403D-18C6-5EAE-DCD1-8A99C05C28B9}"/>
              </a:ext>
            </a:extLst>
          </p:cNvPr>
          <p:cNvCxnSpPr>
            <a:cxnSpLocks/>
          </p:cNvCxnSpPr>
          <p:nvPr/>
        </p:nvCxnSpPr>
        <p:spPr>
          <a:xfrm>
            <a:off x="5522213" y="4570194"/>
            <a:ext cx="37670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7E3C4B-6CD6-85F9-C0A6-E670195B39D7}"/>
              </a:ext>
            </a:extLst>
          </p:cNvPr>
          <p:cNvCxnSpPr>
            <a:cxnSpLocks/>
          </p:cNvCxnSpPr>
          <p:nvPr/>
        </p:nvCxnSpPr>
        <p:spPr>
          <a:xfrm>
            <a:off x="8938872" y="538040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95D616B-0AEC-B409-8465-0658C0517153}"/>
              </a:ext>
            </a:extLst>
          </p:cNvPr>
          <p:cNvSpPr txBox="1"/>
          <p:nvPr/>
        </p:nvSpPr>
        <p:spPr>
          <a:xfrm>
            <a:off x="10641535" y="491682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47392C2-17D8-1535-F363-272635B067B4}"/>
              </a:ext>
            </a:extLst>
          </p:cNvPr>
          <p:cNvCxnSpPr>
            <a:cxnSpLocks/>
          </p:cNvCxnSpPr>
          <p:nvPr/>
        </p:nvCxnSpPr>
        <p:spPr>
          <a:xfrm>
            <a:off x="10243733" y="5101488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6E4AAD5-415C-7AF4-326B-413429E3BFC7}"/>
              </a:ext>
            </a:extLst>
          </p:cNvPr>
          <p:cNvSpPr txBox="1"/>
          <p:nvPr/>
        </p:nvSpPr>
        <p:spPr>
          <a:xfrm>
            <a:off x="6339984" y="1182227"/>
            <a:ext cx="5601429" cy="2513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dut</a:t>
            </a:r>
            <a:r>
              <a:rPr lang="en-US" b="0" dirty="0">
                <a:effectLst/>
                <a:latin typeface="Consolas" panose="020B0609020204030204" pitchFamily="49" charset="0"/>
              </a:rPr>
              <a:t>(int* in1, int* in2, int*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#pragma HLS dataflow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int tmp1[128], tmp2[128];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</a:rPr>
              <a:t>    int </a:t>
            </a:r>
            <a:r>
              <a:rPr lang="en-US" b="0" dirty="0">
                <a:effectLst/>
                <a:latin typeface="Consolas" panose="020B0609020204030204" pitchFamily="49" charset="0"/>
              </a:rPr>
              <a:t>tmp3[128], </a:t>
            </a:r>
            <a: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tmp4[128]</a:t>
            </a:r>
            <a:r>
              <a:rPr lang="en-US" b="0" dirty="0"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dirty="0" err="1">
                <a:effectLst/>
                <a:latin typeface="Consolas" panose="020B0609020204030204" pitchFamily="49" charset="0"/>
              </a:rPr>
              <a:t>double_increase</a:t>
            </a:r>
            <a:r>
              <a:rPr lang="en-US" b="0" dirty="0"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in1</a:t>
            </a:r>
            <a:r>
              <a:rPr lang="en-US" b="0" dirty="0">
                <a:effectLst/>
                <a:latin typeface="Consolas" panose="020B0609020204030204" pitchFamily="49" charset="0"/>
              </a:rPr>
              <a:t>, in2, tmp1, tmp2);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increase(tmp2, tmp3, </a:t>
            </a:r>
            <a: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tmp1, tmp4</a:t>
            </a:r>
            <a:r>
              <a:rPr lang="en-US" b="0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add(</a:t>
            </a:r>
            <a: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tmp4</a:t>
            </a:r>
            <a:r>
              <a:rPr lang="en-US" b="0" dirty="0">
                <a:effectLst/>
                <a:latin typeface="Consolas" panose="020B0609020204030204" pitchFamily="49" charset="0"/>
              </a:rPr>
              <a:t>, tmp3,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7521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29396-9454-EB2A-11B3-B0BF79814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2EE8B7-017C-46E8-0172-CED7F2BFD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8CE375-732F-1BA0-11E9-7B8DD5F69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Third Optimization – Revised Dataflow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BC6D7C-A20D-1310-1AA5-A0573D85D94A}"/>
              </a:ext>
            </a:extLst>
          </p:cNvPr>
          <p:cNvSpPr txBox="1"/>
          <p:nvPr/>
        </p:nvSpPr>
        <p:spPr>
          <a:xfrm>
            <a:off x="268907" y="1182227"/>
            <a:ext cx="5601429" cy="2513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dut</a:t>
            </a:r>
            <a:r>
              <a:rPr lang="en-US" b="0" dirty="0">
                <a:effectLst/>
                <a:latin typeface="Consolas" panose="020B0609020204030204" pitchFamily="49" charset="0"/>
              </a:rPr>
              <a:t>(int* in1, int* in2, int*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#pragma HLS dataflow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int tmp1[128], tmp2[128];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    int tmp3[128];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dirty="0" err="1">
                <a:effectLst/>
                <a:latin typeface="Consolas" panose="020B0609020204030204" pitchFamily="49" charset="0"/>
              </a:rPr>
              <a:t>double_increase</a:t>
            </a:r>
            <a:r>
              <a:rPr lang="en-US" b="0" dirty="0"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in1</a:t>
            </a:r>
            <a:r>
              <a:rPr lang="en-US" b="0" dirty="0">
                <a:effectLst/>
                <a:latin typeface="Consolas" panose="020B0609020204030204" pitchFamily="49" charset="0"/>
              </a:rPr>
              <a:t>, in2, tmp1, tmp2);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increase(tmp2, tmp3);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add(tmp1, tmp3,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24FD97-1EC4-70F4-AA93-D2CCBEC64DC5}"/>
              </a:ext>
            </a:extLst>
          </p:cNvPr>
          <p:cNvSpPr/>
          <p:nvPr/>
        </p:nvSpPr>
        <p:spPr>
          <a:xfrm>
            <a:off x="1859317" y="4200861"/>
            <a:ext cx="2194560" cy="1571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double_increase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648EFD-14FA-1357-04FE-160A43FEF278}"/>
              </a:ext>
            </a:extLst>
          </p:cNvPr>
          <p:cNvSpPr/>
          <p:nvPr/>
        </p:nvSpPr>
        <p:spPr>
          <a:xfrm>
            <a:off x="9302763" y="4213495"/>
            <a:ext cx="940970" cy="16245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add</a:t>
            </a:r>
          </a:p>
        </p:txBody>
      </p:sp>
      <p:sp>
        <p:nvSpPr>
          <p:cNvPr id="10" name="Flowchart: Magnetic Disk 9">
            <a:extLst>
              <a:ext uri="{FF2B5EF4-FFF2-40B4-BE49-F238E27FC236}">
                <a16:creationId xmlns:a16="http://schemas.microsoft.com/office/drawing/2014/main" id="{C2E0FA9C-65E9-383A-41A7-C1EB45D8FAC6}"/>
              </a:ext>
            </a:extLst>
          </p:cNvPr>
          <p:cNvSpPr/>
          <p:nvPr/>
        </p:nvSpPr>
        <p:spPr>
          <a:xfrm>
            <a:off x="4396435" y="4183506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2A9BE5-330C-C794-B155-D84D5140D3AA}"/>
              </a:ext>
            </a:extLst>
          </p:cNvPr>
          <p:cNvSpPr txBox="1"/>
          <p:nvPr/>
        </p:nvSpPr>
        <p:spPr>
          <a:xfrm>
            <a:off x="944334" y="438552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326FDD-E9CF-52CF-169E-300C72E51BD2}"/>
              </a:ext>
            </a:extLst>
          </p:cNvPr>
          <p:cNvSpPr txBox="1"/>
          <p:nvPr/>
        </p:nvSpPr>
        <p:spPr>
          <a:xfrm>
            <a:off x="944334" y="511149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C1F1AE-50AC-32FB-DBFD-9654F30B8F9D}"/>
              </a:ext>
            </a:extLst>
          </p:cNvPr>
          <p:cNvCxnSpPr>
            <a:cxnSpLocks/>
          </p:cNvCxnSpPr>
          <p:nvPr/>
        </p:nvCxnSpPr>
        <p:spPr>
          <a:xfrm>
            <a:off x="1508912" y="457055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28B0809-5F79-1ADB-461B-71B5365CC816}"/>
              </a:ext>
            </a:extLst>
          </p:cNvPr>
          <p:cNvCxnSpPr>
            <a:cxnSpLocks/>
          </p:cNvCxnSpPr>
          <p:nvPr/>
        </p:nvCxnSpPr>
        <p:spPr>
          <a:xfrm>
            <a:off x="1508912" y="529616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Magnetic Disk 23">
            <a:extLst>
              <a:ext uri="{FF2B5EF4-FFF2-40B4-BE49-F238E27FC236}">
                <a16:creationId xmlns:a16="http://schemas.microsoft.com/office/drawing/2014/main" id="{FF0958BE-6BC7-3D92-0B4E-89AF7749BB99}"/>
              </a:ext>
            </a:extLst>
          </p:cNvPr>
          <p:cNvSpPr/>
          <p:nvPr/>
        </p:nvSpPr>
        <p:spPr>
          <a:xfrm>
            <a:off x="4396435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EBFFE1-1967-91C2-F4CB-47CC7C473BB2}"/>
              </a:ext>
            </a:extLst>
          </p:cNvPr>
          <p:cNvCxnSpPr>
            <a:cxnSpLocks/>
          </p:cNvCxnSpPr>
          <p:nvPr/>
        </p:nvCxnSpPr>
        <p:spPr>
          <a:xfrm>
            <a:off x="4046030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C968E04-61F8-14DD-BB20-49C71CF56E31}"/>
              </a:ext>
            </a:extLst>
          </p:cNvPr>
          <p:cNvCxnSpPr>
            <a:cxnSpLocks/>
          </p:cNvCxnSpPr>
          <p:nvPr/>
        </p:nvCxnSpPr>
        <p:spPr>
          <a:xfrm>
            <a:off x="4053877" y="4557267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7962AB1-9BCF-5A9B-77BD-0CD667616884}"/>
              </a:ext>
            </a:extLst>
          </p:cNvPr>
          <p:cNvCxnSpPr>
            <a:cxnSpLocks/>
          </p:cNvCxnSpPr>
          <p:nvPr/>
        </p:nvCxnSpPr>
        <p:spPr>
          <a:xfrm>
            <a:off x="5500881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Magnetic Disk 27">
            <a:extLst>
              <a:ext uri="{FF2B5EF4-FFF2-40B4-BE49-F238E27FC236}">
                <a16:creationId xmlns:a16="http://schemas.microsoft.com/office/drawing/2014/main" id="{E6F29EAD-0E3E-1BC5-8FB2-938D9F439677}"/>
              </a:ext>
            </a:extLst>
          </p:cNvPr>
          <p:cNvSpPr/>
          <p:nvPr/>
        </p:nvSpPr>
        <p:spPr>
          <a:xfrm>
            <a:off x="7826580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AF03758-89D3-F3D1-50E1-73D6A3DFC268}"/>
              </a:ext>
            </a:extLst>
          </p:cNvPr>
          <p:cNvCxnSpPr>
            <a:cxnSpLocks/>
          </p:cNvCxnSpPr>
          <p:nvPr/>
        </p:nvCxnSpPr>
        <p:spPr>
          <a:xfrm>
            <a:off x="7476175" y="539469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4CE566A-E58C-DCD1-CDBF-2FA541EF6D1D}"/>
              </a:ext>
            </a:extLst>
          </p:cNvPr>
          <p:cNvCxnSpPr>
            <a:cxnSpLocks/>
          </p:cNvCxnSpPr>
          <p:nvPr/>
        </p:nvCxnSpPr>
        <p:spPr>
          <a:xfrm>
            <a:off x="5522213" y="4570194"/>
            <a:ext cx="32907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B8BE58F-234C-A6D6-BDD3-A874DAACAE8C}"/>
              </a:ext>
            </a:extLst>
          </p:cNvPr>
          <p:cNvCxnSpPr>
            <a:cxnSpLocks/>
          </p:cNvCxnSpPr>
          <p:nvPr/>
        </p:nvCxnSpPr>
        <p:spPr>
          <a:xfrm>
            <a:off x="8938872" y="538040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9E818AF-4F60-DF5D-4931-3DE11F248552}"/>
              </a:ext>
            </a:extLst>
          </p:cNvPr>
          <p:cNvSpPr txBox="1"/>
          <p:nvPr/>
        </p:nvSpPr>
        <p:spPr>
          <a:xfrm>
            <a:off x="10641535" y="491682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E0D1A11-6CF3-835F-92C1-DCB60F8E98B1}"/>
              </a:ext>
            </a:extLst>
          </p:cNvPr>
          <p:cNvCxnSpPr>
            <a:cxnSpLocks/>
          </p:cNvCxnSpPr>
          <p:nvPr/>
        </p:nvCxnSpPr>
        <p:spPr>
          <a:xfrm>
            <a:off x="10243733" y="5101488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3A52592-6FA4-E707-12FC-F53D5D4438DF}"/>
              </a:ext>
            </a:extLst>
          </p:cNvPr>
          <p:cNvSpPr txBox="1"/>
          <p:nvPr/>
        </p:nvSpPr>
        <p:spPr>
          <a:xfrm>
            <a:off x="6339984" y="1182227"/>
            <a:ext cx="5601429" cy="2513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dut</a:t>
            </a:r>
            <a:r>
              <a:rPr lang="en-US" b="0" dirty="0">
                <a:effectLst/>
                <a:latin typeface="Consolas" panose="020B0609020204030204" pitchFamily="49" charset="0"/>
              </a:rPr>
              <a:t>(int* in1, int* in2, int*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#pragma HLS dataflow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int tmp1[128], tmp2[128];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Consolas" panose="020B0609020204030204" pitchFamily="49" charset="0"/>
              </a:rPr>
              <a:t>    int </a:t>
            </a:r>
            <a:r>
              <a:rPr lang="en-US" b="0" dirty="0">
                <a:effectLst/>
                <a:latin typeface="Consolas" panose="020B0609020204030204" pitchFamily="49" charset="0"/>
              </a:rPr>
              <a:t>tmp3[128], </a:t>
            </a:r>
            <a: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tmp4[128]</a:t>
            </a:r>
            <a:r>
              <a:rPr lang="en-US" b="0" dirty="0"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dirty="0" err="1">
                <a:effectLst/>
                <a:latin typeface="Consolas" panose="020B0609020204030204" pitchFamily="49" charset="0"/>
              </a:rPr>
              <a:t>double_increase</a:t>
            </a:r>
            <a:r>
              <a:rPr lang="en-US" b="0" dirty="0"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in1</a:t>
            </a:r>
            <a:r>
              <a:rPr lang="en-US" b="0" dirty="0">
                <a:effectLst/>
                <a:latin typeface="Consolas" panose="020B0609020204030204" pitchFamily="49" charset="0"/>
              </a:rPr>
              <a:t>, in2, tmp1, tmp2);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increase(tmp2, tmp3, </a:t>
            </a:r>
            <a: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tmp1, tmp4</a:t>
            </a:r>
            <a:r>
              <a:rPr lang="en-US" b="0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add(</a:t>
            </a:r>
            <a: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tmp4</a:t>
            </a:r>
            <a:r>
              <a:rPr lang="en-US" b="0" dirty="0">
                <a:effectLst/>
                <a:latin typeface="Consolas" panose="020B0609020204030204" pitchFamily="49" charset="0"/>
              </a:rPr>
              <a:t>, tmp3,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86B90B-A7DE-EEDB-8695-6BF57EC3A6D4}"/>
              </a:ext>
            </a:extLst>
          </p:cNvPr>
          <p:cNvSpPr/>
          <p:nvPr/>
        </p:nvSpPr>
        <p:spPr>
          <a:xfrm>
            <a:off x="5851286" y="4183506"/>
            <a:ext cx="1632735" cy="14066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increase</a:t>
            </a:r>
          </a:p>
        </p:txBody>
      </p:sp>
      <p:sp>
        <p:nvSpPr>
          <p:cNvPr id="11" name="Flowchart: Magnetic Disk 10">
            <a:extLst>
              <a:ext uri="{FF2B5EF4-FFF2-40B4-BE49-F238E27FC236}">
                <a16:creationId xmlns:a16="http://schemas.microsoft.com/office/drawing/2014/main" id="{5B4D482F-2E29-1FFD-67F9-7FF4C9C3B57D}"/>
              </a:ext>
            </a:extLst>
          </p:cNvPr>
          <p:cNvSpPr/>
          <p:nvPr/>
        </p:nvSpPr>
        <p:spPr>
          <a:xfrm>
            <a:off x="7813094" y="4147877"/>
            <a:ext cx="1112292" cy="733663"/>
          </a:xfrm>
          <a:prstGeom prst="flowChartMagneticDisk">
            <a:avLst/>
          </a:prstGeom>
          <a:solidFill>
            <a:srgbClr val="7030A0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tmp4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235F0A-625A-3534-2360-A4DE17DAAE10}"/>
              </a:ext>
            </a:extLst>
          </p:cNvPr>
          <p:cNvCxnSpPr>
            <a:cxnSpLocks/>
          </p:cNvCxnSpPr>
          <p:nvPr/>
        </p:nvCxnSpPr>
        <p:spPr>
          <a:xfrm>
            <a:off x="7484021" y="4570194"/>
            <a:ext cx="3414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324A86-EFA4-7FCB-9AAD-BDBEA5C1868E}"/>
              </a:ext>
            </a:extLst>
          </p:cNvPr>
          <p:cNvCxnSpPr>
            <a:cxnSpLocks/>
          </p:cNvCxnSpPr>
          <p:nvPr/>
        </p:nvCxnSpPr>
        <p:spPr>
          <a:xfrm>
            <a:off x="8925386" y="4514708"/>
            <a:ext cx="32907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972411-76FB-DAEE-99E2-81B80CC6A82F}"/>
              </a:ext>
            </a:extLst>
          </p:cNvPr>
          <p:cNvCxnSpPr>
            <a:cxnSpLocks/>
          </p:cNvCxnSpPr>
          <p:nvPr/>
        </p:nvCxnSpPr>
        <p:spPr>
          <a:xfrm>
            <a:off x="5925300" y="4570194"/>
            <a:ext cx="14788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05EF0AB-2CEA-28F7-C60E-AF154A7CF730}"/>
              </a:ext>
            </a:extLst>
          </p:cNvPr>
          <p:cNvSpPr txBox="1"/>
          <p:nvPr/>
        </p:nvSpPr>
        <p:spPr>
          <a:xfrm>
            <a:off x="4715890" y="5868052"/>
            <a:ext cx="2688210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Drawback??</a:t>
            </a:r>
          </a:p>
        </p:txBody>
      </p:sp>
    </p:spTree>
    <p:extLst>
      <p:ext uri="{BB962C8B-B14F-4D97-AF65-F5344CB8AC3E}">
        <p14:creationId xmlns:p14="http://schemas.microsoft.com/office/powerpoint/2010/main" val="51280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CF6F7-D50E-927D-0DE6-F0CFD7091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E9BE37-1B36-DFAF-59FF-A6C15AD7C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EF1FC7-E78A-7404-EDA0-EE017630F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Drawbacks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0D7590-DF8D-FD98-EC6F-51CDCBE58ED3}"/>
              </a:ext>
            </a:extLst>
          </p:cNvPr>
          <p:cNvSpPr/>
          <p:nvPr/>
        </p:nvSpPr>
        <p:spPr>
          <a:xfrm>
            <a:off x="1859317" y="4200861"/>
            <a:ext cx="2194560" cy="1571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double_increase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BA7DDC-46E3-073A-B370-403B0DB3F0C5}"/>
              </a:ext>
            </a:extLst>
          </p:cNvPr>
          <p:cNvSpPr/>
          <p:nvPr/>
        </p:nvSpPr>
        <p:spPr>
          <a:xfrm>
            <a:off x="9302763" y="4213495"/>
            <a:ext cx="940970" cy="16245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add</a:t>
            </a:r>
          </a:p>
        </p:txBody>
      </p:sp>
      <p:sp>
        <p:nvSpPr>
          <p:cNvPr id="10" name="Flowchart: Magnetic Disk 9">
            <a:extLst>
              <a:ext uri="{FF2B5EF4-FFF2-40B4-BE49-F238E27FC236}">
                <a16:creationId xmlns:a16="http://schemas.microsoft.com/office/drawing/2014/main" id="{0C4D155C-3FDE-6578-0EB1-0030DFA330E3}"/>
              </a:ext>
            </a:extLst>
          </p:cNvPr>
          <p:cNvSpPr/>
          <p:nvPr/>
        </p:nvSpPr>
        <p:spPr>
          <a:xfrm>
            <a:off x="4396435" y="4183506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9B000B-44A7-85AD-6BDE-61C9D5AB91D6}"/>
              </a:ext>
            </a:extLst>
          </p:cNvPr>
          <p:cNvSpPr txBox="1"/>
          <p:nvPr/>
        </p:nvSpPr>
        <p:spPr>
          <a:xfrm>
            <a:off x="944334" y="438552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7C2DE2-9224-6B8E-30F4-6DAFA4749939}"/>
              </a:ext>
            </a:extLst>
          </p:cNvPr>
          <p:cNvSpPr txBox="1"/>
          <p:nvPr/>
        </p:nvSpPr>
        <p:spPr>
          <a:xfrm>
            <a:off x="944334" y="511149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40C4A84-5AAE-4942-4D34-15A228591436}"/>
              </a:ext>
            </a:extLst>
          </p:cNvPr>
          <p:cNvCxnSpPr>
            <a:cxnSpLocks/>
          </p:cNvCxnSpPr>
          <p:nvPr/>
        </p:nvCxnSpPr>
        <p:spPr>
          <a:xfrm>
            <a:off x="1508912" y="457055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B4A9C9D-CA24-54A4-E505-4058307A3A93}"/>
              </a:ext>
            </a:extLst>
          </p:cNvPr>
          <p:cNvCxnSpPr>
            <a:cxnSpLocks/>
          </p:cNvCxnSpPr>
          <p:nvPr/>
        </p:nvCxnSpPr>
        <p:spPr>
          <a:xfrm>
            <a:off x="1508912" y="529616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Magnetic Disk 23">
            <a:extLst>
              <a:ext uri="{FF2B5EF4-FFF2-40B4-BE49-F238E27FC236}">
                <a16:creationId xmlns:a16="http://schemas.microsoft.com/office/drawing/2014/main" id="{95A825C6-7E17-1059-9572-99B0B02C931D}"/>
              </a:ext>
            </a:extLst>
          </p:cNvPr>
          <p:cNvSpPr/>
          <p:nvPr/>
        </p:nvSpPr>
        <p:spPr>
          <a:xfrm>
            <a:off x="4396435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5B38E5-F0E5-BCA0-E59F-F8477EF97DAA}"/>
              </a:ext>
            </a:extLst>
          </p:cNvPr>
          <p:cNvCxnSpPr>
            <a:cxnSpLocks/>
          </p:cNvCxnSpPr>
          <p:nvPr/>
        </p:nvCxnSpPr>
        <p:spPr>
          <a:xfrm>
            <a:off x="4046030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E8F3B16-39FD-645A-0900-98301C699BB7}"/>
              </a:ext>
            </a:extLst>
          </p:cNvPr>
          <p:cNvCxnSpPr>
            <a:cxnSpLocks/>
          </p:cNvCxnSpPr>
          <p:nvPr/>
        </p:nvCxnSpPr>
        <p:spPr>
          <a:xfrm>
            <a:off x="4053877" y="4557267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D296451-509E-8B84-D625-2E2156154E20}"/>
              </a:ext>
            </a:extLst>
          </p:cNvPr>
          <p:cNvCxnSpPr>
            <a:cxnSpLocks/>
          </p:cNvCxnSpPr>
          <p:nvPr/>
        </p:nvCxnSpPr>
        <p:spPr>
          <a:xfrm>
            <a:off x="5500881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Magnetic Disk 27">
            <a:extLst>
              <a:ext uri="{FF2B5EF4-FFF2-40B4-BE49-F238E27FC236}">
                <a16:creationId xmlns:a16="http://schemas.microsoft.com/office/drawing/2014/main" id="{00F1D39D-328B-B6E7-4785-673F3C6AC7D2}"/>
              </a:ext>
            </a:extLst>
          </p:cNvPr>
          <p:cNvSpPr/>
          <p:nvPr/>
        </p:nvSpPr>
        <p:spPr>
          <a:xfrm>
            <a:off x="7826580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A3B2237-A4B0-EB9F-C286-7CBAE2E2F77A}"/>
              </a:ext>
            </a:extLst>
          </p:cNvPr>
          <p:cNvCxnSpPr>
            <a:cxnSpLocks/>
          </p:cNvCxnSpPr>
          <p:nvPr/>
        </p:nvCxnSpPr>
        <p:spPr>
          <a:xfrm>
            <a:off x="7476175" y="539469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2931186-7464-4573-6168-CDE69F3C2B36}"/>
              </a:ext>
            </a:extLst>
          </p:cNvPr>
          <p:cNvCxnSpPr>
            <a:cxnSpLocks/>
          </p:cNvCxnSpPr>
          <p:nvPr/>
        </p:nvCxnSpPr>
        <p:spPr>
          <a:xfrm>
            <a:off x="5522213" y="4570194"/>
            <a:ext cx="32907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D5A1AA5-4CD3-F5CB-E880-4FB5CC5F8446}"/>
              </a:ext>
            </a:extLst>
          </p:cNvPr>
          <p:cNvCxnSpPr>
            <a:cxnSpLocks/>
          </p:cNvCxnSpPr>
          <p:nvPr/>
        </p:nvCxnSpPr>
        <p:spPr>
          <a:xfrm>
            <a:off x="8938872" y="538040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EEFAE76-604C-67FA-D71F-6C7575E6AF85}"/>
              </a:ext>
            </a:extLst>
          </p:cNvPr>
          <p:cNvSpPr txBox="1"/>
          <p:nvPr/>
        </p:nvSpPr>
        <p:spPr>
          <a:xfrm>
            <a:off x="10641535" y="491682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C981862-1C27-EE2E-1935-3B29FCEA12D7}"/>
              </a:ext>
            </a:extLst>
          </p:cNvPr>
          <p:cNvCxnSpPr>
            <a:cxnSpLocks/>
          </p:cNvCxnSpPr>
          <p:nvPr/>
        </p:nvCxnSpPr>
        <p:spPr>
          <a:xfrm>
            <a:off x="10243733" y="5101488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0D4297B-3FBB-5077-C305-A283C6A3980F}"/>
              </a:ext>
            </a:extLst>
          </p:cNvPr>
          <p:cNvSpPr/>
          <p:nvPr/>
        </p:nvSpPr>
        <p:spPr>
          <a:xfrm>
            <a:off x="5851286" y="4183506"/>
            <a:ext cx="1632735" cy="14066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increase</a:t>
            </a:r>
          </a:p>
        </p:txBody>
      </p:sp>
      <p:sp>
        <p:nvSpPr>
          <p:cNvPr id="11" name="Flowchart: Magnetic Disk 10">
            <a:extLst>
              <a:ext uri="{FF2B5EF4-FFF2-40B4-BE49-F238E27FC236}">
                <a16:creationId xmlns:a16="http://schemas.microsoft.com/office/drawing/2014/main" id="{BDD6E57E-A981-B9DD-38E2-D50809C99C5F}"/>
              </a:ext>
            </a:extLst>
          </p:cNvPr>
          <p:cNvSpPr/>
          <p:nvPr/>
        </p:nvSpPr>
        <p:spPr>
          <a:xfrm>
            <a:off x="7813094" y="4147877"/>
            <a:ext cx="1112292" cy="733663"/>
          </a:xfrm>
          <a:prstGeom prst="flowChartMagneticDisk">
            <a:avLst/>
          </a:prstGeom>
          <a:solidFill>
            <a:srgbClr val="7030A0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tmp4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595309-5778-356A-1EBE-ABA250CA431F}"/>
              </a:ext>
            </a:extLst>
          </p:cNvPr>
          <p:cNvCxnSpPr>
            <a:cxnSpLocks/>
          </p:cNvCxnSpPr>
          <p:nvPr/>
        </p:nvCxnSpPr>
        <p:spPr>
          <a:xfrm>
            <a:off x="7484021" y="4570194"/>
            <a:ext cx="3414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F31A6F-20B6-2AE7-9D80-17E97291A882}"/>
              </a:ext>
            </a:extLst>
          </p:cNvPr>
          <p:cNvCxnSpPr>
            <a:cxnSpLocks/>
          </p:cNvCxnSpPr>
          <p:nvPr/>
        </p:nvCxnSpPr>
        <p:spPr>
          <a:xfrm>
            <a:off x="8925386" y="4514708"/>
            <a:ext cx="32907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6AB2A3-40E0-0520-2745-2FFFD017490B}"/>
              </a:ext>
            </a:extLst>
          </p:cNvPr>
          <p:cNvCxnSpPr>
            <a:cxnSpLocks/>
          </p:cNvCxnSpPr>
          <p:nvPr/>
        </p:nvCxnSpPr>
        <p:spPr>
          <a:xfrm>
            <a:off x="5925300" y="4570194"/>
            <a:ext cx="147880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C62C0A8-5F5E-67B0-D673-86B60B0136C1}"/>
              </a:ext>
            </a:extLst>
          </p:cNvPr>
          <p:cNvSpPr txBox="1"/>
          <p:nvPr/>
        </p:nvSpPr>
        <p:spPr>
          <a:xfrm>
            <a:off x="1133579" y="1634809"/>
            <a:ext cx="8734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All buffers are doubled – a huge resource overhead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4AD667F-22AF-B7F6-1DA5-666752E88708}"/>
              </a:ext>
            </a:extLst>
          </p:cNvPr>
          <p:cNvSpPr/>
          <p:nvPr/>
        </p:nvSpPr>
        <p:spPr>
          <a:xfrm>
            <a:off x="7660608" y="3648888"/>
            <a:ext cx="1429314" cy="2622583"/>
          </a:xfrm>
          <a:prstGeom prst="ellipse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1473623-8EA6-27BD-A6B1-870C7E6F3679}"/>
              </a:ext>
            </a:extLst>
          </p:cNvPr>
          <p:cNvSpPr/>
          <p:nvPr/>
        </p:nvSpPr>
        <p:spPr>
          <a:xfrm>
            <a:off x="4401852" y="3649267"/>
            <a:ext cx="1429314" cy="2622583"/>
          </a:xfrm>
          <a:prstGeom prst="ellipse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2D61D4-C69A-3F5E-FD6B-0A9D274BEE46}"/>
              </a:ext>
            </a:extLst>
          </p:cNvPr>
          <p:cNvSpPr txBox="1"/>
          <p:nvPr/>
        </p:nvSpPr>
        <p:spPr>
          <a:xfrm>
            <a:off x="1133579" y="2074370"/>
            <a:ext cx="9015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Introduce additional buffers and (maybe) dummy computations</a:t>
            </a:r>
          </a:p>
        </p:txBody>
      </p:sp>
    </p:spTree>
    <p:extLst>
      <p:ext uri="{BB962C8B-B14F-4D97-AF65-F5344CB8AC3E}">
        <p14:creationId xmlns:p14="http://schemas.microsoft.com/office/powerpoint/2010/main" val="371819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36" grpId="0" animBg="1"/>
      <p:bldP spid="3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B2B57-8C84-D921-1539-1346E5B4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08ECB1-7A9B-AEB4-0EF3-168ABB5AA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E32035-854F-69F1-CC3A-29E08BF14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Fourth Optimization – Use FIFOs (streaming)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6FC3F2-13F8-82D0-525C-E9520F532867}"/>
              </a:ext>
            </a:extLst>
          </p:cNvPr>
          <p:cNvSpPr txBox="1"/>
          <p:nvPr/>
        </p:nvSpPr>
        <p:spPr>
          <a:xfrm>
            <a:off x="268907" y="1182227"/>
            <a:ext cx="5601429" cy="2513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subM</a:t>
            </a:r>
            <a:r>
              <a:rPr lang="en-US" b="0" dirty="0">
                <a:effectLst/>
                <a:latin typeface="Consolas" panose="020B0609020204030204" pitchFamily="49" charset="0"/>
              </a:rPr>
              <a:t>(int* in1, int* in2, int*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#pragma HLS dataflow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int tmp1[128], tmp2[128];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    int tmp3[128];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dirty="0" err="1">
                <a:effectLst/>
                <a:latin typeface="Consolas" panose="020B0609020204030204" pitchFamily="49" charset="0"/>
              </a:rPr>
              <a:t>double_increase</a:t>
            </a:r>
            <a:r>
              <a:rPr lang="en-US" b="0" dirty="0"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in1</a:t>
            </a:r>
            <a:r>
              <a:rPr lang="en-US" b="0" dirty="0">
                <a:effectLst/>
                <a:latin typeface="Consolas" panose="020B0609020204030204" pitchFamily="49" charset="0"/>
              </a:rPr>
              <a:t>, in2, tmp1, tmp2);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increase(tmp2, tmp3);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add(tmp1, tmp3,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8F4823-2386-E31B-B5C1-E6A4D59D711D}"/>
              </a:ext>
            </a:extLst>
          </p:cNvPr>
          <p:cNvSpPr/>
          <p:nvPr/>
        </p:nvSpPr>
        <p:spPr>
          <a:xfrm>
            <a:off x="1859317" y="4200861"/>
            <a:ext cx="2194560" cy="1571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double_increase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C1E06A-3DA6-2BCB-CE38-BE2B319959B1}"/>
              </a:ext>
            </a:extLst>
          </p:cNvPr>
          <p:cNvSpPr/>
          <p:nvPr/>
        </p:nvSpPr>
        <p:spPr>
          <a:xfrm>
            <a:off x="5851286" y="5220810"/>
            <a:ext cx="163273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increase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B72944-B7EE-27AC-57A3-A0C51F53D8B6}"/>
              </a:ext>
            </a:extLst>
          </p:cNvPr>
          <p:cNvSpPr/>
          <p:nvPr/>
        </p:nvSpPr>
        <p:spPr>
          <a:xfrm>
            <a:off x="9302763" y="4213495"/>
            <a:ext cx="940970" cy="16245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add</a:t>
            </a:r>
          </a:p>
        </p:txBody>
      </p:sp>
      <p:sp>
        <p:nvSpPr>
          <p:cNvPr id="10" name="Flowchart: Magnetic Disk 9">
            <a:extLst>
              <a:ext uri="{FF2B5EF4-FFF2-40B4-BE49-F238E27FC236}">
                <a16:creationId xmlns:a16="http://schemas.microsoft.com/office/drawing/2014/main" id="{DDCF1DD1-7815-E49B-D0F6-15C5A588258C}"/>
              </a:ext>
            </a:extLst>
          </p:cNvPr>
          <p:cNvSpPr/>
          <p:nvPr/>
        </p:nvSpPr>
        <p:spPr>
          <a:xfrm>
            <a:off x="4396435" y="4183506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5F52F8-F80B-6BB6-2021-3B347FFC5829}"/>
              </a:ext>
            </a:extLst>
          </p:cNvPr>
          <p:cNvSpPr txBox="1"/>
          <p:nvPr/>
        </p:nvSpPr>
        <p:spPr>
          <a:xfrm>
            <a:off x="944334" y="438552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73C34F-FC65-78AD-E280-69ABD5EB84C0}"/>
              </a:ext>
            </a:extLst>
          </p:cNvPr>
          <p:cNvSpPr txBox="1"/>
          <p:nvPr/>
        </p:nvSpPr>
        <p:spPr>
          <a:xfrm>
            <a:off x="944334" y="511149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5FD295-A8EE-70CE-2831-E53C6CEAE500}"/>
              </a:ext>
            </a:extLst>
          </p:cNvPr>
          <p:cNvCxnSpPr>
            <a:cxnSpLocks/>
          </p:cNvCxnSpPr>
          <p:nvPr/>
        </p:nvCxnSpPr>
        <p:spPr>
          <a:xfrm>
            <a:off x="1508912" y="457055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D87E44-3F92-2D7F-09B8-25F02B50D51A}"/>
              </a:ext>
            </a:extLst>
          </p:cNvPr>
          <p:cNvCxnSpPr>
            <a:cxnSpLocks/>
          </p:cNvCxnSpPr>
          <p:nvPr/>
        </p:nvCxnSpPr>
        <p:spPr>
          <a:xfrm>
            <a:off x="1508912" y="529616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Magnetic Disk 23">
            <a:extLst>
              <a:ext uri="{FF2B5EF4-FFF2-40B4-BE49-F238E27FC236}">
                <a16:creationId xmlns:a16="http://schemas.microsoft.com/office/drawing/2014/main" id="{2D35B703-C6BE-0016-3159-F817C67442DF}"/>
              </a:ext>
            </a:extLst>
          </p:cNvPr>
          <p:cNvSpPr/>
          <p:nvPr/>
        </p:nvSpPr>
        <p:spPr>
          <a:xfrm>
            <a:off x="4396435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9B511ED-B3BB-F771-220E-1D5E4F960DFA}"/>
              </a:ext>
            </a:extLst>
          </p:cNvPr>
          <p:cNvCxnSpPr>
            <a:cxnSpLocks/>
          </p:cNvCxnSpPr>
          <p:nvPr/>
        </p:nvCxnSpPr>
        <p:spPr>
          <a:xfrm>
            <a:off x="4046030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3DDB846-99ED-DBB1-0C41-9E6024025AC6}"/>
              </a:ext>
            </a:extLst>
          </p:cNvPr>
          <p:cNvCxnSpPr>
            <a:cxnSpLocks/>
          </p:cNvCxnSpPr>
          <p:nvPr/>
        </p:nvCxnSpPr>
        <p:spPr>
          <a:xfrm>
            <a:off x="4053877" y="4557267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4CC2BBB-1500-7D64-CCA4-BE06470C5B99}"/>
              </a:ext>
            </a:extLst>
          </p:cNvPr>
          <p:cNvCxnSpPr>
            <a:cxnSpLocks/>
          </p:cNvCxnSpPr>
          <p:nvPr/>
        </p:nvCxnSpPr>
        <p:spPr>
          <a:xfrm>
            <a:off x="5500881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Magnetic Disk 27">
            <a:extLst>
              <a:ext uri="{FF2B5EF4-FFF2-40B4-BE49-F238E27FC236}">
                <a16:creationId xmlns:a16="http://schemas.microsoft.com/office/drawing/2014/main" id="{6FE21068-A2C9-6D8E-CBC7-419203B6AF6B}"/>
              </a:ext>
            </a:extLst>
          </p:cNvPr>
          <p:cNvSpPr/>
          <p:nvPr/>
        </p:nvSpPr>
        <p:spPr>
          <a:xfrm>
            <a:off x="7826580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E8DB784-1C0C-829A-F731-B8E4651260CE}"/>
              </a:ext>
            </a:extLst>
          </p:cNvPr>
          <p:cNvCxnSpPr>
            <a:cxnSpLocks/>
          </p:cNvCxnSpPr>
          <p:nvPr/>
        </p:nvCxnSpPr>
        <p:spPr>
          <a:xfrm>
            <a:off x="7476175" y="539469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56F9EC4-78D1-35B9-6017-9DD9F36E74E1}"/>
              </a:ext>
            </a:extLst>
          </p:cNvPr>
          <p:cNvCxnSpPr>
            <a:cxnSpLocks/>
          </p:cNvCxnSpPr>
          <p:nvPr/>
        </p:nvCxnSpPr>
        <p:spPr>
          <a:xfrm>
            <a:off x="5522213" y="4570194"/>
            <a:ext cx="37670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571554E-505C-16C1-B778-DA39B3396A7B}"/>
              </a:ext>
            </a:extLst>
          </p:cNvPr>
          <p:cNvCxnSpPr>
            <a:cxnSpLocks/>
          </p:cNvCxnSpPr>
          <p:nvPr/>
        </p:nvCxnSpPr>
        <p:spPr>
          <a:xfrm>
            <a:off x="8938872" y="538040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3045194-E78E-9FD7-963A-B365F008B43D}"/>
              </a:ext>
            </a:extLst>
          </p:cNvPr>
          <p:cNvSpPr txBox="1"/>
          <p:nvPr/>
        </p:nvSpPr>
        <p:spPr>
          <a:xfrm>
            <a:off x="10641535" y="491682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ABA8848-42C3-90AD-10F1-DAB3F9FF227C}"/>
              </a:ext>
            </a:extLst>
          </p:cNvPr>
          <p:cNvCxnSpPr>
            <a:cxnSpLocks/>
          </p:cNvCxnSpPr>
          <p:nvPr/>
        </p:nvCxnSpPr>
        <p:spPr>
          <a:xfrm>
            <a:off x="10243733" y="5101488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FBD4CD8-EB02-DAE4-E0F0-6AB0185405E1}"/>
              </a:ext>
            </a:extLst>
          </p:cNvPr>
          <p:cNvSpPr txBox="1"/>
          <p:nvPr/>
        </p:nvSpPr>
        <p:spPr>
          <a:xfrm>
            <a:off x="6339984" y="1182227"/>
            <a:ext cx="5601429" cy="2513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subM</a:t>
            </a:r>
            <a:r>
              <a:rPr lang="en-US" b="0" dirty="0">
                <a:effectLst/>
                <a:latin typeface="Consolas" panose="020B0609020204030204" pitchFamily="49" charset="0"/>
              </a:rPr>
              <a:t>(int* in1, int* in2, int*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#pragma HLS dataflow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 err="1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hls</a:t>
            </a:r>
            <a: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::stream&lt;int, 4&gt; tmp1;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 err="1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hls</a:t>
            </a:r>
            <a: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::stream&lt;int, 4&gt; tmp2, tmp3;</a:t>
            </a:r>
            <a:b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dirty="0" err="1">
                <a:effectLst/>
                <a:latin typeface="Consolas" panose="020B0609020204030204" pitchFamily="49" charset="0"/>
              </a:rPr>
              <a:t>double_increase</a:t>
            </a:r>
            <a:r>
              <a:rPr lang="en-US" b="0" dirty="0"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in1</a:t>
            </a:r>
            <a:r>
              <a:rPr lang="en-US" b="0" dirty="0">
                <a:effectLst/>
                <a:latin typeface="Consolas" panose="020B0609020204030204" pitchFamily="49" charset="0"/>
              </a:rPr>
              <a:t>, in2, tmp1, tmp2);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increase(tmp2, tmp3);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add(</a:t>
            </a:r>
            <a:r>
              <a:rPr lang="en-US" dirty="0">
                <a:effectLst/>
                <a:latin typeface="Consolas" panose="020B0609020204030204" pitchFamily="49" charset="0"/>
              </a:rPr>
              <a:t>tmp1</a:t>
            </a:r>
            <a:r>
              <a:rPr lang="en-US" b="0" dirty="0">
                <a:effectLst/>
                <a:latin typeface="Consolas" panose="020B0609020204030204" pitchFamily="49" charset="0"/>
              </a:rPr>
              <a:t>, tmp3,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C6F12090-8EFD-EABF-54E0-74C6E3818D35}"/>
              </a:ext>
            </a:extLst>
          </p:cNvPr>
          <p:cNvSpPr/>
          <p:nvPr/>
        </p:nvSpPr>
        <p:spPr>
          <a:xfrm rot="16200000">
            <a:off x="5953593" y="2246667"/>
            <a:ext cx="351903" cy="38424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092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16E84-E713-96DA-6A17-187A54654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1BD1D6-D4F7-583A-53F6-49B9A403E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48E465-C503-A7E2-5C49-0876BC250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Fourth Optimization – Use FIFOs (streaming)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6B05E4-87AC-745C-FB49-97470CF2C82A}"/>
              </a:ext>
            </a:extLst>
          </p:cNvPr>
          <p:cNvSpPr/>
          <p:nvPr/>
        </p:nvSpPr>
        <p:spPr>
          <a:xfrm>
            <a:off x="1859317" y="4200861"/>
            <a:ext cx="2194560" cy="1571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double_increase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EB8157-248F-16CE-68F5-7431B86A315D}"/>
              </a:ext>
            </a:extLst>
          </p:cNvPr>
          <p:cNvSpPr/>
          <p:nvPr/>
        </p:nvSpPr>
        <p:spPr>
          <a:xfrm>
            <a:off x="5851286" y="5220810"/>
            <a:ext cx="163273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increase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D63BC0-CE85-E603-2B6B-BB71604EF1F4}"/>
              </a:ext>
            </a:extLst>
          </p:cNvPr>
          <p:cNvSpPr/>
          <p:nvPr/>
        </p:nvSpPr>
        <p:spPr>
          <a:xfrm>
            <a:off x="9302763" y="4213495"/>
            <a:ext cx="940970" cy="16245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add</a:t>
            </a:r>
          </a:p>
        </p:txBody>
      </p:sp>
      <p:sp>
        <p:nvSpPr>
          <p:cNvPr id="10" name="Flowchart: Magnetic Disk 9">
            <a:extLst>
              <a:ext uri="{FF2B5EF4-FFF2-40B4-BE49-F238E27FC236}">
                <a16:creationId xmlns:a16="http://schemas.microsoft.com/office/drawing/2014/main" id="{8DDB27B9-3433-0CF7-3A46-C2AE18467F8A}"/>
              </a:ext>
            </a:extLst>
          </p:cNvPr>
          <p:cNvSpPr/>
          <p:nvPr/>
        </p:nvSpPr>
        <p:spPr>
          <a:xfrm>
            <a:off x="4396435" y="4183506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D7279D-A766-4C65-1383-4FBB7108E2D6}"/>
              </a:ext>
            </a:extLst>
          </p:cNvPr>
          <p:cNvSpPr txBox="1"/>
          <p:nvPr/>
        </p:nvSpPr>
        <p:spPr>
          <a:xfrm>
            <a:off x="944334" y="438552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C681DD-085E-3CD6-111B-35CC6F3D55B8}"/>
              </a:ext>
            </a:extLst>
          </p:cNvPr>
          <p:cNvSpPr txBox="1"/>
          <p:nvPr/>
        </p:nvSpPr>
        <p:spPr>
          <a:xfrm>
            <a:off x="944334" y="511149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7A70470-D427-1B06-F494-9262C28C7A9E}"/>
              </a:ext>
            </a:extLst>
          </p:cNvPr>
          <p:cNvCxnSpPr>
            <a:cxnSpLocks/>
          </p:cNvCxnSpPr>
          <p:nvPr/>
        </p:nvCxnSpPr>
        <p:spPr>
          <a:xfrm>
            <a:off x="1508912" y="457055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00EA254-9ECD-723E-D6EE-4BCE79ABD198}"/>
              </a:ext>
            </a:extLst>
          </p:cNvPr>
          <p:cNvCxnSpPr>
            <a:cxnSpLocks/>
          </p:cNvCxnSpPr>
          <p:nvPr/>
        </p:nvCxnSpPr>
        <p:spPr>
          <a:xfrm>
            <a:off x="1508912" y="529616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Magnetic Disk 23">
            <a:extLst>
              <a:ext uri="{FF2B5EF4-FFF2-40B4-BE49-F238E27FC236}">
                <a16:creationId xmlns:a16="http://schemas.microsoft.com/office/drawing/2014/main" id="{511C5770-8A37-FE2E-015F-0405AEFC82EE}"/>
              </a:ext>
            </a:extLst>
          </p:cNvPr>
          <p:cNvSpPr/>
          <p:nvPr/>
        </p:nvSpPr>
        <p:spPr>
          <a:xfrm>
            <a:off x="4396435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9DDB6A2-D793-65D1-E578-B62C0C7E322A}"/>
              </a:ext>
            </a:extLst>
          </p:cNvPr>
          <p:cNvCxnSpPr>
            <a:cxnSpLocks/>
          </p:cNvCxnSpPr>
          <p:nvPr/>
        </p:nvCxnSpPr>
        <p:spPr>
          <a:xfrm>
            <a:off x="4046030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278B1FE-0C98-750A-7E7A-641604FD02DA}"/>
              </a:ext>
            </a:extLst>
          </p:cNvPr>
          <p:cNvCxnSpPr>
            <a:cxnSpLocks/>
          </p:cNvCxnSpPr>
          <p:nvPr/>
        </p:nvCxnSpPr>
        <p:spPr>
          <a:xfrm>
            <a:off x="4053877" y="4557267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FC65862-278B-E274-6E18-9DBFD0FE3611}"/>
              </a:ext>
            </a:extLst>
          </p:cNvPr>
          <p:cNvCxnSpPr>
            <a:cxnSpLocks/>
          </p:cNvCxnSpPr>
          <p:nvPr/>
        </p:nvCxnSpPr>
        <p:spPr>
          <a:xfrm>
            <a:off x="5500881" y="5414441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Magnetic Disk 27">
            <a:extLst>
              <a:ext uri="{FF2B5EF4-FFF2-40B4-BE49-F238E27FC236}">
                <a16:creationId xmlns:a16="http://schemas.microsoft.com/office/drawing/2014/main" id="{51B497F2-5595-FCCC-D886-F6645D0E6ECE}"/>
              </a:ext>
            </a:extLst>
          </p:cNvPr>
          <p:cNvSpPr/>
          <p:nvPr/>
        </p:nvSpPr>
        <p:spPr>
          <a:xfrm>
            <a:off x="7826580" y="5025779"/>
            <a:ext cx="1112292" cy="733663"/>
          </a:xfrm>
          <a:prstGeom prst="flowChartMagneticDisk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tmp3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83BDBE8-E5AD-12F5-3CB9-9C8CE45735FD}"/>
              </a:ext>
            </a:extLst>
          </p:cNvPr>
          <p:cNvCxnSpPr>
            <a:cxnSpLocks/>
          </p:cNvCxnSpPr>
          <p:nvPr/>
        </p:nvCxnSpPr>
        <p:spPr>
          <a:xfrm>
            <a:off x="7476175" y="5394690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5B840BC-A972-6B80-DEDD-CC37CB756DB7}"/>
              </a:ext>
            </a:extLst>
          </p:cNvPr>
          <p:cNvCxnSpPr>
            <a:cxnSpLocks/>
          </p:cNvCxnSpPr>
          <p:nvPr/>
        </p:nvCxnSpPr>
        <p:spPr>
          <a:xfrm>
            <a:off x="5522213" y="4570194"/>
            <a:ext cx="37670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F6D860B-4466-900B-3D93-50A170D900BE}"/>
              </a:ext>
            </a:extLst>
          </p:cNvPr>
          <p:cNvCxnSpPr>
            <a:cxnSpLocks/>
          </p:cNvCxnSpPr>
          <p:nvPr/>
        </p:nvCxnSpPr>
        <p:spPr>
          <a:xfrm>
            <a:off x="8938872" y="5380404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5AC679F-A5E2-FC04-AD8F-130BFFBE56F8}"/>
              </a:ext>
            </a:extLst>
          </p:cNvPr>
          <p:cNvSpPr txBox="1"/>
          <p:nvPr/>
        </p:nvSpPr>
        <p:spPr>
          <a:xfrm>
            <a:off x="10641535" y="491682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9759D2D-BD8F-C85E-A1FC-BFAD228A8B22}"/>
              </a:ext>
            </a:extLst>
          </p:cNvPr>
          <p:cNvCxnSpPr>
            <a:cxnSpLocks/>
          </p:cNvCxnSpPr>
          <p:nvPr/>
        </p:nvCxnSpPr>
        <p:spPr>
          <a:xfrm>
            <a:off x="10243733" y="5101488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70D5893-A1BD-F630-22BD-E34C8379F842}"/>
              </a:ext>
            </a:extLst>
          </p:cNvPr>
          <p:cNvSpPr txBox="1"/>
          <p:nvPr/>
        </p:nvSpPr>
        <p:spPr>
          <a:xfrm>
            <a:off x="6339984" y="1182227"/>
            <a:ext cx="5601429" cy="2513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subM</a:t>
            </a:r>
            <a:r>
              <a:rPr lang="en-US" b="0" dirty="0">
                <a:effectLst/>
                <a:latin typeface="Consolas" panose="020B0609020204030204" pitchFamily="49" charset="0"/>
              </a:rPr>
              <a:t>(int* in1, int* in2, int*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#pragma HLS dataflow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 err="1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hls</a:t>
            </a:r>
            <a: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::stream&lt;int, 4&gt; tmp1;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 err="1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hls</a:t>
            </a:r>
            <a: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::stream&lt;int, 2&gt; tmp2, tmp3;</a:t>
            </a:r>
            <a:b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dirty="0" err="1">
                <a:effectLst/>
                <a:latin typeface="Consolas" panose="020B0609020204030204" pitchFamily="49" charset="0"/>
              </a:rPr>
              <a:t>double_increase</a:t>
            </a:r>
            <a:r>
              <a:rPr lang="en-US" b="0" dirty="0"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in1</a:t>
            </a:r>
            <a:r>
              <a:rPr lang="en-US" b="0" dirty="0">
                <a:effectLst/>
                <a:latin typeface="Consolas" panose="020B0609020204030204" pitchFamily="49" charset="0"/>
              </a:rPr>
              <a:t>, in2, tmp1, tmp2);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increase(tmp2, tmp3);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add(</a:t>
            </a:r>
            <a:r>
              <a:rPr lang="en-US" dirty="0">
                <a:effectLst/>
                <a:latin typeface="Consolas" panose="020B0609020204030204" pitchFamily="49" charset="0"/>
              </a:rPr>
              <a:t>tmp1</a:t>
            </a:r>
            <a:r>
              <a:rPr lang="en-US" b="0" dirty="0">
                <a:effectLst/>
                <a:latin typeface="Consolas" panose="020B0609020204030204" pitchFamily="49" charset="0"/>
              </a:rPr>
              <a:t>, tmp3,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98323F-8266-409A-3FC3-38A98373026F}"/>
              </a:ext>
            </a:extLst>
          </p:cNvPr>
          <p:cNvGrpSpPr/>
          <p:nvPr/>
        </p:nvGrpSpPr>
        <p:grpSpPr>
          <a:xfrm>
            <a:off x="4480328" y="3576806"/>
            <a:ext cx="914400" cy="693420"/>
            <a:chOff x="2514645" y="5372107"/>
            <a:chExt cx="1226820" cy="69342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3CD4A00-88D6-9FFF-D807-4F31CAD75EE9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537210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30AE13F-627A-67B8-7B7E-D3C22030E301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606552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0C31D77-9512-5C17-1CBC-EBEF20B42351}"/>
                </a:ext>
              </a:extLst>
            </p:cNvPr>
            <p:cNvSpPr/>
            <p:nvPr/>
          </p:nvSpPr>
          <p:spPr>
            <a:xfrm>
              <a:off x="2606039" y="5433060"/>
              <a:ext cx="1036321" cy="5791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CB81EE3-2E53-5FAE-6469-4A6DC0B2CDD2}"/>
              </a:ext>
            </a:extLst>
          </p:cNvPr>
          <p:cNvSpPr txBox="1"/>
          <p:nvPr/>
        </p:nvSpPr>
        <p:spPr>
          <a:xfrm>
            <a:off x="590479" y="1177007"/>
            <a:ext cx="5749505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FIFOs: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Fixed ordered read and write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Therefore simultaneous read and write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" panose="020B0004020202020204" pitchFamily="34" charset="0"/>
              </a:rPr>
              <a:t>Now, increase does not need to wait until </a:t>
            </a:r>
            <a:r>
              <a:rPr lang="en-US" sz="2400" b="1" dirty="0" err="1">
                <a:latin typeface="Aptos" panose="020B0004020202020204" pitchFamily="34" charset="0"/>
              </a:rPr>
              <a:t>double_increase</a:t>
            </a:r>
            <a:r>
              <a:rPr lang="en-US" sz="2400" b="1" dirty="0">
                <a:latin typeface="Aptos" panose="020B0004020202020204" pitchFamily="34" charset="0"/>
              </a:rPr>
              <a:t> finishes!</a:t>
            </a:r>
            <a:endParaRPr lang="en-US" sz="2000" b="1" dirty="0"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5307F8-5E63-BFA7-1428-8E0F2713F6A4}"/>
              </a:ext>
            </a:extLst>
          </p:cNvPr>
          <p:cNvSpPr/>
          <p:nvPr/>
        </p:nvSpPr>
        <p:spPr>
          <a:xfrm>
            <a:off x="5173093" y="3636120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5D263ED-A9FF-2AC5-9EB5-36B98B848F24}"/>
              </a:ext>
            </a:extLst>
          </p:cNvPr>
          <p:cNvSpPr/>
          <p:nvPr/>
        </p:nvSpPr>
        <p:spPr>
          <a:xfrm>
            <a:off x="5076051" y="3636120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83B2C8-39AA-FBA3-DD0B-34AD85D1459F}"/>
              </a:ext>
            </a:extLst>
          </p:cNvPr>
          <p:cNvSpPr/>
          <p:nvPr/>
        </p:nvSpPr>
        <p:spPr>
          <a:xfrm>
            <a:off x="4979010" y="3636120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B06773-C977-23F0-C599-90113D4FB83E}"/>
              </a:ext>
            </a:extLst>
          </p:cNvPr>
          <p:cNvSpPr/>
          <p:nvPr/>
        </p:nvSpPr>
        <p:spPr>
          <a:xfrm>
            <a:off x="4881969" y="3636120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8C72677-1534-5977-D2DB-ADC6DA290249}"/>
              </a:ext>
            </a:extLst>
          </p:cNvPr>
          <p:cNvGrpSpPr/>
          <p:nvPr/>
        </p:nvGrpSpPr>
        <p:grpSpPr>
          <a:xfrm>
            <a:off x="4473509" y="5590142"/>
            <a:ext cx="914400" cy="693420"/>
            <a:chOff x="2514645" y="5372107"/>
            <a:chExt cx="1226820" cy="69342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E64F257-4A16-193F-07B7-4028C1F67FE1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537210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9039970-A328-4EFE-2AB8-EF7021AF94DA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606552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A6E5D38-2B3A-AA24-4E52-9B8F5B895554}"/>
                </a:ext>
              </a:extLst>
            </p:cNvPr>
            <p:cNvSpPr/>
            <p:nvPr/>
          </p:nvSpPr>
          <p:spPr>
            <a:xfrm>
              <a:off x="2606039" y="5433060"/>
              <a:ext cx="1036321" cy="5791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F2691CF2-AF74-6AFB-8D22-E04828BCAAB4}"/>
              </a:ext>
            </a:extLst>
          </p:cNvPr>
          <p:cNvSpPr/>
          <p:nvPr/>
        </p:nvSpPr>
        <p:spPr>
          <a:xfrm>
            <a:off x="5166274" y="5649456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6281154-4449-7E56-E397-7B59DB04F731}"/>
              </a:ext>
            </a:extLst>
          </p:cNvPr>
          <p:cNvSpPr/>
          <p:nvPr/>
        </p:nvSpPr>
        <p:spPr>
          <a:xfrm>
            <a:off x="5069232" y="5649456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3B4FF05-4941-83A5-1093-B608838F03BC}"/>
              </a:ext>
            </a:extLst>
          </p:cNvPr>
          <p:cNvSpPr/>
          <p:nvPr/>
        </p:nvSpPr>
        <p:spPr>
          <a:xfrm>
            <a:off x="4972191" y="5649456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5ED25B6-D6C9-ED7D-7C64-874E8CCC500E}"/>
              </a:ext>
            </a:extLst>
          </p:cNvPr>
          <p:cNvSpPr/>
          <p:nvPr/>
        </p:nvSpPr>
        <p:spPr>
          <a:xfrm>
            <a:off x="4875150" y="5649456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83E858C-55BB-71E1-9831-4F02D732CD5B}"/>
              </a:ext>
            </a:extLst>
          </p:cNvPr>
          <p:cNvGrpSpPr/>
          <p:nvPr/>
        </p:nvGrpSpPr>
        <p:grpSpPr>
          <a:xfrm>
            <a:off x="7900596" y="5590142"/>
            <a:ext cx="914400" cy="693420"/>
            <a:chOff x="2514645" y="5372107"/>
            <a:chExt cx="1226820" cy="69342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0E08F1C-B425-56BA-18F2-20FFFB8CFD27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537210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F0190F9-A658-2FF4-AFBA-742EC261230E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45" y="6065527"/>
              <a:ext cx="1226820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0555292-0DD5-E962-D7B4-B7C5404A7650}"/>
                </a:ext>
              </a:extLst>
            </p:cNvPr>
            <p:cNvSpPr/>
            <p:nvPr/>
          </p:nvSpPr>
          <p:spPr>
            <a:xfrm>
              <a:off x="2606039" y="5433060"/>
              <a:ext cx="1036321" cy="5791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074BEC31-7AAF-94D4-787E-860E83CF5482}"/>
              </a:ext>
            </a:extLst>
          </p:cNvPr>
          <p:cNvSpPr/>
          <p:nvPr/>
        </p:nvSpPr>
        <p:spPr>
          <a:xfrm>
            <a:off x="8593361" y="5649456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9EB2092-68BA-9842-40E6-0B22D496C35C}"/>
              </a:ext>
            </a:extLst>
          </p:cNvPr>
          <p:cNvSpPr/>
          <p:nvPr/>
        </p:nvSpPr>
        <p:spPr>
          <a:xfrm>
            <a:off x="8496319" y="5649456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15B24A8-1D23-CE9D-85F4-23A2B25F550B}"/>
              </a:ext>
            </a:extLst>
          </p:cNvPr>
          <p:cNvSpPr/>
          <p:nvPr/>
        </p:nvSpPr>
        <p:spPr>
          <a:xfrm>
            <a:off x="8399278" y="5649456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FC59376-EA92-3CA0-44EA-1E38BA11A410}"/>
              </a:ext>
            </a:extLst>
          </p:cNvPr>
          <p:cNvSpPr/>
          <p:nvPr/>
        </p:nvSpPr>
        <p:spPr>
          <a:xfrm>
            <a:off x="8302237" y="5649456"/>
            <a:ext cx="62378" cy="5791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401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EB41D-E5C8-B7FB-209F-4337050E2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AAEAF6-C354-772F-986A-BAD70017D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906866-3AE0-27B1-6B08-FD737C9AD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Fourth Optimization – Use FIFOs (streaming)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75BC6E-3395-0A13-D443-C77812CFFEC4}"/>
              </a:ext>
            </a:extLst>
          </p:cNvPr>
          <p:cNvSpPr/>
          <p:nvPr/>
        </p:nvSpPr>
        <p:spPr>
          <a:xfrm>
            <a:off x="1770785" y="1183219"/>
            <a:ext cx="2194560" cy="15714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double_increase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D39864-25E4-F02E-9927-B12F236ED7B9}"/>
              </a:ext>
            </a:extLst>
          </p:cNvPr>
          <p:cNvSpPr/>
          <p:nvPr/>
        </p:nvSpPr>
        <p:spPr>
          <a:xfrm>
            <a:off x="5762754" y="2203168"/>
            <a:ext cx="163273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increase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8A5FD1-A980-0D81-2EAA-3C1562A4F7BA}"/>
              </a:ext>
            </a:extLst>
          </p:cNvPr>
          <p:cNvSpPr/>
          <p:nvPr/>
        </p:nvSpPr>
        <p:spPr>
          <a:xfrm>
            <a:off x="9214231" y="1195853"/>
            <a:ext cx="940970" cy="16245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add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E9F01D-074B-60D9-90DD-8F5FE61820FC}"/>
              </a:ext>
            </a:extLst>
          </p:cNvPr>
          <p:cNvSpPr txBox="1"/>
          <p:nvPr/>
        </p:nvSpPr>
        <p:spPr>
          <a:xfrm>
            <a:off x="855802" y="136788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EE788E-674F-1F78-1937-2E3B1AC7FC47}"/>
              </a:ext>
            </a:extLst>
          </p:cNvPr>
          <p:cNvSpPr txBox="1"/>
          <p:nvPr/>
        </p:nvSpPr>
        <p:spPr>
          <a:xfrm>
            <a:off x="855802" y="209385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D55DC0F-E747-2F34-14DB-0AF02A0EBC75}"/>
              </a:ext>
            </a:extLst>
          </p:cNvPr>
          <p:cNvCxnSpPr>
            <a:cxnSpLocks/>
          </p:cNvCxnSpPr>
          <p:nvPr/>
        </p:nvCxnSpPr>
        <p:spPr>
          <a:xfrm>
            <a:off x="1420380" y="1552912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99A5E07-853D-4424-0EB1-2B85AC35EB90}"/>
              </a:ext>
            </a:extLst>
          </p:cNvPr>
          <p:cNvCxnSpPr>
            <a:cxnSpLocks/>
          </p:cNvCxnSpPr>
          <p:nvPr/>
        </p:nvCxnSpPr>
        <p:spPr>
          <a:xfrm>
            <a:off x="1420380" y="2278518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92D1EEE-82CE-5AC8-F350-AACE5E84F814}"/>
              </a:ext>
            </a:extLst>
          </p:cNvPr>
          <p:cNvCxnSpPr>
            <a:cxnSpLocks/>
          </p:cNvCxnSpPr>
          <p:nvPr/>
        </p:nvCxnSpPr>
        <p:spPr>
          <a:xfrm>
            <a:off x="3957498" y="2396799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7DAD17-9571-833A-1031-382D71D405BB}"/>
              </a:ext>
            </a:extLst>
          </p:cNvPr>
          <p:cNvCxnSpPr>
            <a:cxnSpLocks/>
          </p:cNvCxnSpPr>
          <p:nvPr/>
        </p:nvCxnSpPr>
        <p:spPr>
          <a:xfrm>
            <a:off x="3965345" y="1539625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02FC182-38D8-2526-D2EB-564D4B274749}"/>
              </a:ext>
            </a:extLst>
          </p:cNvPr>
          <p:cNvCxnSpPr>
            <a:cxnSpLocks/>
          </p:cNvCxnSpPr>
          <p:nvPr/>
        </p:nvCxnSpPr>
        <p:spPr>
          <a:xfrm>
            <a:off x="5412349" y="2396799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C47AC75-74ED-B090-BACC-2F40414AFED6}"/>
              </a:ext>
            </a:extLst>
          </p:cNvPr>
          <p:cNvCxnSpPr>
            <a:cxnSpLocks/>
          </p:cNvCxnSpPr>
          <p:nvPr/>
        </p:nvCxnSpPr>
        <p:spPr>
          <a:xfrm>
            <a:off x="7387643" y="2377048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935F9D3-3401-79B0-7CC3-03F30C39B603}"/>
              </a:ext>
            </a:extLst>
          </p:cNvPr>
          <p:cNvCxnSpPr>
            <a:cxnSpLocks/>
          </p:cNvCxnSpPr>
          <p:nvPr/>
        </p:nvCxnSpPr>
        <p:spPr>
          <a:xfrm>
            <a:off x="5433681" y="1552552"/>
            <a:ext cx="376706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F9FC285-8B28-5AF6-278D-EBB090BFA2FC}"/>
              </a:ext>
            </a:extLst>
          </p:cNvPr>
          <p:cNvCxnSpPr>
            <a:cxnSpLocks/>
          </p:cNvCxnSpPr>
          <p:nvPr/>
        </p:nvCxnSpPr>
        <p:spPr>
          <a:xfrm>
            <a:off x="8850340" y="2362762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371C6C0-59D4-C6F2-3307-1B50CAE8A26F}"/>
              </a:ext>
            </a:extLst>
          </p:cNvPr>
          <p:cNvSpPr txBox="1"/>
          <p:nvPr/>
        </p:nvSpPr>
        <p:spPr>
          <a:xfrm>
            <a:off x="10553003" y="1899180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out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BCAAD7F-2C16-3159-1754-6A5478B7B181}"/>
              </a:ext>
            </a:extLst>
          </p:cNvPr>
          <p:cNvCxnSpPr>
            <a:cxnSpLocks/>
          </p:cNvCxnSpPr>
          <p:nvPr/>
        </p:nvCxnSpPr>
        <p:spPr>
          <a:xfrm>
            <a:off x="10155201" y="2083846"/>
            <a:ext cx="3504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37EAD12F-AC26-6F6F-10C9-465456C8EC8C}"/>
              </a:ext>
            </a:extLst>
          </p:cNvPr>
          <p:cNvGrpSpPr/>
          <p:nvPr/>
        </p:nvGrpSpPr>
        <p:grpSpPr>
          <a:xfrm>
            <a:off x="4420184" y="1137307"/>
            <a:ext cx="914400" cy="693420"/>
            <a:chOff x="4480328" y="3576806"/>
            <a:chExt cx="914400" cy="69342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807D59B-6187-D5E4-87B7-6A3DDE1C8F22}"/>
                </a:ext>
              </a:extLst>
            </p:cNvPr>
            <p:cNvGrpSpPr/>
            <p:nvPr/>
          </p:nvGrpSpPr>
          <p:grpSpPr>
            <a:xfrm>
              <a:off x="4480328" y="3576806"/>
              <a:ext cx="914400" cy="693420"/>
              <a:chOff x="2514645" y="5372107"/>
              <a:chExt cx="1226820" cy="693420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A2D3760D-21A3-ECF6-AB91-C5272CCF82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537210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D96C3F1B-BFFB-76FA-60FD-BFE840C7A6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606552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BCCA78D-9A55-A5D7-DB97-C1D0AF8556EE}"/>
                  </a:ext>
                </a:extLst>
              </p:cNvPr>
              <p:cNvSpPr/>
              <p:nvPr/>
            </p:nvSpPr>
            <p:spPr>
              <a:xfrm>
                <a:off x="2606039" y="5433060"/>
                <a:ext cx="1036321" cy="5791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68F70AC-B74B-C487-4475-3F728A442151}"/>
                </a:ext>
              </a:extLst>
            </p:cNvPr>
            <p:cNvSpPr/>
            <p:nvPr/>
          </p:nvSpPr>
          <p:spPr>
            <a:xfrm>
              <a:off x="5173093" y="3636120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D9C666B-C755-A691-B106-F13811589BBA}"/>
                </a:ext>
              </a:extLst>
            </p:cNvPr>
            <p:cNvSpPr/>
            <p:nvPr/>
          </p:nvSpPr>
          <p:spPr>
            <a:xfrm>
              <a:off x="5076051" y="3636120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8BA84E1-FF16-9E56-6B4C-1C2565068954}"/>
                </a:ext>
              </a:extLst>
            </p:cNvPr>
            <p:cNvSpPr/>
            <p:nvPr/>
          </p:nvSpPr>
          <p:spPr>
            <a:xfrm>
              <a:off x="4979010" y="3636120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92E5A14-DA3F-83FD-3D64-1D2E28D94C79}"/>
                </a:ext>
              </a:extLst>
            </p:cNvPr>
            <p:cNvSpPr/>
            <p:nvPr/>
          </p:nvSpPr>
          <p:spPr>
            <a:xfrm>
              <a:off x="4881969" y="3636120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16A4734-1BD2-C773-CB90-D96966ACBD8B}"/>
              </a:ext>
            </a:extLst>
          </p:cNvPr>
          <p:cNvGrpSpPr/>
          <p:nvPr/>
        </p:nvGrpSpPr>
        <p:grpSpPr>
          <a:xfrm>
            <a:off x="4420184" y="2128040"/>
            <a:ext cx="914400" cy="693420"/>
            <a:chOff x="4480328" y="3576806"/>
            <a:chExt cx="914400" cy="69342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AEFCED-54C8-3CA0-49DF-1067F49C8D83}"/>
                </a:ext>
              </a:extLst>
            </p:cNvPr>
            <p:cNvGrpSpPr/>
            <p:nvPr/>
          </p:nvGrpSpPr>
          <p:grpSpPr>
            <a:xfrm>
              <a:off x="4480328" y="3576806"/>
              <a:ext cx="914400" cy="693420"/>
              <a:chOff x="2514645" y="5372107"/>
              <a:chExt cx="1226820" cy="693420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9B3E6BDC-6CAA-421C-F6C7-176073E384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537210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1BBBCA3C-22BA-72FD-DD96-3E95BC604F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606552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827B5F1-074B-38CA-3697-842603A6DE35}"/>
                  </a:ext>
                </a:extLst>
              </p:cNvPr>
              <p:cNvSpPr/>
              <p:nvPr/>
            </p:nvSpPr>
            <p:spPr>
              <a:xfrm>
                <a:off x="2606039" y="5433060"/>
                <a:ext cx="1036321" cy="5791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AF59E53-E04F-0B56-87DD-CF55BA0D7422}"/>
                </a:ext>
              </a:extLst>
            </p:cNvPr>
            <p:cNvSpPr/>
            <p:nvPr/>
          </p:nvSpPr>
          <p:spPr>
            <a:xfrm>
              <a:off x="5173093" y="3636120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ABC18F1-F771-5DC6-77CB-F3EC4456698D}"/>
                </a:ext>
              </a:extLst>
            </p:cNvPr>
            <p:cNvSpPr/>
            <p:nvPr/>
          </p:nvSpPr>
          <p:spPr>
            <a:xfrm>
              <a:off x="5076051" y="3636120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C3D35C8-63A8-B02F-0D73-E58542FF17B1}"/>
                </a:ext>
              </a:extLst>
            </p:cNvPr>
            <p:cNvSpPr/>
            <p:nvPr/>
          </p:nvSpPr>
          <p:spPr>
            <a:xfrm>
              <a:off x="4979010" y="3636120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3CCB0FA-6B60-6583-9E53-317F7FE46DED}"/>
                </a:ext>
              </a:extLst>
            </p:cNvPr>
            <p:cNvSpPr/>
            <p:nvPr/>
          </p:nvSpPr>
          <p:spPr>
            <a:xfrm>
              <a:off x="4881969" y="3636120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578BBFF-2D41-DCDB-FA5D-275E63B35D47}"/>
              </a:ext>
            </a:extLst>
          </p:cNvPr>
          <p:cNvGrpSpPr/>
          <p:nvPr/>
        </p:nvGrpSpPr>
        <p:grpSpPr>
          <a:xfrm>
            <a:off x="7849450" y="2130204"/>
            <a:ext cx="914400" cy="693420"/>
            <a:chOff x="4480328" y="3576806"/>
            <a:chExt cx="914400" cy="693420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AF185FF-6075-6948-3AEB-D0C40A46BA79}"/>
                </a:ext>
              </a:extLst>
            </p:cNvPr>
            <p:cNvGrpSpPr/>
            <p:nvPr/>
          </p:nvGrpSpPr>
          <p:grpSpPr>
            <a:xfrm>
              <a:off x="4480328" y="3576806"/>
              <a:ext cx="914400" cy="693420"/>
              <a:chOff x="2514645" y="5372107"/>
              <a:chExt cx="1226820" cy="693420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06AAF015-4C2A-A49C-FE12-95A6C2363B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537210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DE772D8-5CFA-7F02-D1C7-54AB14832B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4645" y="6065527"/>
                <a:ext cx="1226820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5900D17C-B788-BD87-6ADB-5FAF1F9DF7CA}"/>
                  </a:ext>
                </a:extLst>
              </p:cNvPr>
              <p:cNvSpPr/>
              <p:nvPr/>
            </p:nvSpPr>
            <p:spPr>
              <a:xfrm>
                <a:off x="2606039" y="5433060"/>
                <a:ext cx="1036321" cy="5791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C0BCA9D-DA47-D785-8CFD-A08363E9D6B6}"/>
                </a:ext>
              </a:extLst>
            </p:cNvPr>
            <p:cNvSpPr/>
            <p:nvPr/>
          </p:nvSpPr>
          <p:spPr>
            <a:xfrm>
              <a:off x="5173093" y="3636120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E970974-2309-9056-8FD1-1C1CD1550A4B}"/>
                </a:ext>
              </a:extLst>
            </p:cNvPr>
            <p:cNvSpPr/>
            <p:nvPr/>
          </p:nvSpPr>
          <p:spPr>
            <a:xfrm>
              <a:off x="5076051" y="3636120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1BD772F-35BC-A47C-EBAF-5FD36ED2885B}"/>
                </a:ext>
              </a:extLst>
            </p:cNvPr>
            <p:cNvSpPr/>
            <p:nvPr/>
          </p:nvSpPr>
          <p:spPr>
            <a:xfrm>
              <a:off x="4979010" y="3636120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E4B0A74-659E-F315-7915-D96D1D545BFD}"/>
                </a:ext>
              </a:extLst>
            </p:cNvPr>
            <p:cNvSpPr/>
            <p:nvPr/>
          </p:nvSpPr>
          <p:spPr>
            <a:xfrm>
              <a:off x="4881969" y="3636120"/>
              <a:ext cx="62378" cy="5791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66A6E2CF-A442-9E38-0AF5-8219BF751599}"/>
              </a:ext>
            </a:extLst>
          </p:cNvPr>
          <p:cNvSpPr txBox="1"/>
          <p:nvPr/>
        </p:nvSpPr>
        <p:spPr>
          <a:xfrm>
            <a:off x="4132700" y="3087580"/>
            <a:ext cx="60377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If FIFO is full/empty: automatically stall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Otherwise, keep writing to or reading from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526DC45-80D4-D38B-644E-F4A37434A754}"/>
              </a:ext>
            </a:extLst>
          </p:cNvPr>
          <p:cNvSpPr txBox="1"/>
          <p:nvPr/>
        </p:nvSpPr>
        <p:spPr>
          <a:xfrm>
            <a:off x="517922" y="4609058"/>
            <a:ext cx="3612150" cy="461665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Almost optimal solution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A3CFC5D-EB1C-F3ED-801D-2A1251C7B833}"/>
              </a:ext>
            </a:extLst>
          </p:cNvPr>
          <p:cNvSpPr txBox="1"/>
          <p:nvPr/>
        </p:nvSpPr>
        <p:spPr>
          <a:xfrm>
            <a:off x="4944418" y="4609058"/>
            <a:ext cx="2377669" cy="4616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Bonus benefit?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BD8FD2-4AC0-B7EA-A967-E68AF41704F5}"/>
              </a:ext>
            </a:extLst>
          </p:cNvPr>
          <p:cNvSpPr txBox="1"/>
          <p:nvPr/>
        </p:nvSpPr>
        <p:spPr>
          <a:xfrm>
            <a:off x="8136433" y="4589489"/>
            <a:ext cx="3491753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Potential challenges?</a:t>
            </a:r>
          </a:p>
        </p:txBody>
      </p:sp>
    </p:spTree>
    <p:extLst>
      <p:ext uri="{BB962C8B-B14F-4D97-AF65-F5344CB8AC3E}">
        <p14:creationId xmlns:p14="http://schemas.microsoft.com/office/powerpoint/2010/main" val="410971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76" grpId="0" animBg="1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134A0-C92F-CF78-3E12-733E5D1A7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71C392-5B30-119A-2ECC-2A3D507AC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BE943F3-19FC-D859-7067-5EFA1323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Fourth Optimization – Use FIFOs (streaming)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2F7EF4-FCF4-A11A-D58A-806B5BB8222A}"/>
              </a:ext>
            </a:extLst>
          </p:cNvPr>
          <p:cNvSpPr txBox="1"/>
          <p:nvPr/>
        </p:nvSpPr>
        <p:spPr>
          <a:xfrm>
            <a:off x="268907" y="1182227"/>
            <a:ext cx="5601429" cy="2513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subM</a:t>
            </a:r>
            <a:r>
              <a:rPr lang="en-US" b="0" dirty="0">
                <a:effectLst/>
                <a:latin typeface="Consolas" panose="020B0609020204030204" pitchFamily="49" charset="0"/>
              </a:rPr>
              <a:t>(int* in1, int* in2, int*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#pragma HLS dataflow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int tmp1[128], tmp2[128];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    int tmp3[128];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dirty="0" err="1">
                <a:effectLst/>
                <a:latin typeface="Consolas" panose="020B0609020204030204" pitchFamily="49" charset="0"/>
              </a:rPr>
              <a:t>double_increase</a:t>
            </a:r>
            <a:r>
              <a:rPr lang="en-US" b="0" dirty="0"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in1</a:t>
            </a:r>
            <a:r>
              <a:rPr lang="en-US" b="0" dirty="0">
                <a:effectLst/>
                <a:latin typeface="Consolas" panose="020B0609020204030204" pitchFamily="49" charset="0"/>
              </a:rPr>
              <a:t>, in2, tmp1, tmp2);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increase(tmp2, tmp3);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add(tmp1, tmp3,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5BC09B-90B7-6493-15C5-C18938BAA0EF}"/>
              </a:ext>
            </a:extLst>
          </p:cNvPr>
          <p:cNvSpPr txBox="1"/>
          <p:nvPr/>
        </p:nvSpPr>
        <p:spPr>
          <a:xfrm>
            <a:off x="6339984" y="1182227"/>
            <a:ext cx="5601429" cy="25131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subM</a:t>
            </a:r>
            <a:r>
              <a:rPr lang="en-US" b="0" dirty="0">
                <a:effectLst/>
                <a:latin typeface="Consolas" panose="020B0609020204030204" pitchFamily="49" charset="0"/>
              </a:rPr>
              <a:t>(int* in1, int* in2, int*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#pragma HLS dataflow</a:t>
            </a: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 err="1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hls</a:t>
            </a:r>
            <a: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::stream&lt;int, 4&gt; tmp1;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 err="1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hls</a:t>
            </a:r>
            <a: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::stream&lt;int, 4&gt; tmp2, tmp3;</a:t>
            </a:r>
            <a:br>
              <a:rPr lang="en-US" b="1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dirty="0" err="1">
                <a:effectLst/>
                <a:latin typeface="Consolas" panose="020B0609020204030204" pitchFamily="49" charset="0"/>
              </a:rPr>
              <a:t>double_increase</a:t>
            </a:r>
            <a:r>
              <a:rPr lang="en-US" b="0" dirty="0"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in1</a:t>
            </a:r>
            <a:r>
              <a:rPr lang="en-US" b="0" dirty="0">
                <a:effectLst/>
                <a:latin typeface="Consolas" panose="020B0609020204030204" pitchFamily="49" charset="0"/>
              </a:rPr>
              <a:t>, in2, tmp1, tmp2);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increase(tmp2, tmp3);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    add(</a:t>
            </a:r>
            <a:r>
              <a:rPr lang="en-US" dirty="0">
                <a:effectLst/>
                <a:latin typeface="Consolas" panose="020B0609020204030204" pitchFamily="49" charset="0"/>
              </a:rPr>
              <a:t>tmp1</a:t>
            </a:r>
            <a:r>
              <a:rPr lang="en-US" b="0" dirty="0">
                <a:effectLst/>
                <a:latin typeface="Consolas" panose="020B0609020204030204" pitchFamily="49" charset="0"/>
              </a:rPr>
              <a:t>, tmp3, </a:t>
            </a:r>
            <a:r>
              <a:rPr lang="en-US" dirty="0">
                <a:latin typeface="Consolas" panose="020B0609020204030204" pitchFamily="49" charset="0"/>
              </a:rPr>
              <a:t>out</a:t>
            </a:r>
            <a:r>
              <a:rPr lang="en-US" b="0" dirty="0"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8FA618-786A-4972-A264-5BECB6D9FED3}"/>
              </a:ext>
            </a:extLst>
          </p:cNvPr>
          <p:cNvSpPr/>
          <p:nvPr/>
        </p:nvSpPr>
        <p:spPr>
          <a:xfrm>
            <a:off x="782351" y="1829992"/>
            <a:ext cx="3332449" cy="598883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59F540D-0CD0-3925-3F59-56B5EB7A6C9D}"/>
              </a:ext>
            </a:extLst>
          </p:cNvPr>
          <p:cNvSpPr/>
          <p:nvPr/>
        </p:nvSpPr>
        <p:spPr>
          <a:xfrm>
            <a:off x="6802151" y="1829992"/>
            <a:ext cx="4075399" cy="598883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A21374-5918-4793-FDE1-E3B82DFE3338}"/>
              </a:ext>
            </a:extLst>
          </p:cNvPr>
          <p:cNvSpPr txBox="1"/>
          <p:nvPr/>
        </p:nvSpPr>
        <p:spPr>
          <a:xfrm>
            <a:off x="3495878" y="3922811"/>
            <a:ext cx="86961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Very efficient resource usage! No more huge or doubled arrays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85B3D2-608D-8472-85B2-2A2EF2378332}"/>
              </a:ext>
            </a:extLst>
          </p:cNvPr>
          <p:cNvSpPr txBox="1"/>
          <p:nvPr/>
        </p:nvSpPr>
        <p:spPr>
          <a:xfrm>
            <a:off x="928431" y="3921323"/>
            <a:ext cx="2377669" cy="4616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Bonus benefit?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16ADEE-4D8B-9F2D-D162-742C23316421}"/>
              </a:ext>
            </a:extLst>
          </p:cNvPr>
          <p:cNvSpPr txBox="1"/>
          <p:nvPr/>
        </p:nvSpPr>
        <p:spPr>
          <a:xfrm>
            <a:off x="3495878" y="4570616"/>
            <a:ext cx="7024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FIFO sizing: can easily result in deadlock or stall</a:t>
            </a:r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BDE85F-46B0-78E6-B9AE-051C731C9C7F}"/>
              </a:ext>
            </a:extLst>
          </p:cNvPr>
          <p:cNvSpPr txBox="1"/>
          <p:nvPr/>
        </p:nvSpPr>
        <p:spPr>
          <a:xfrm>
            <a:off x="928431" y="4731078"/>
            <a:ext cx="2377669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Potential challenges?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E340F6-C577-CA2D-EBBA-0194681ABECA}"/>
              </a:ext>
            </a:extLst>
          </p:cNvPr>
          <p:cNvSpPr txBox="1"/>
          <p:nvPr/>
        </p:nvSpPr>
        <p:spPr>
          <a:xfrm>
            <a:off x="3495878" y="5007127"/>
            <a:ext cx="71911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If change tmp1 size from 4 to 2: latency </a:t>
            </a:r>
            <a:r>
              <a:rPr lang="en-US" sz="2400" b="1" dirty="0">
                <a:latin typeface="Aptos" panose="020B0004020202020204" pitchFamily="34" charset="0"/>
              </a:rPr>
              <a:t>517 </a:t>
            </a:r>
            <a:r>
              <a:rPr lang="en-US" sz="2400" b="1" dirty="0">
                <a:latin typeface="Aptos" panose="020B0004020202020204" pitchFamily="34" charset="0"/>
                <a:sym typeface="Wingdings" panose="05000000000000000000" pitchFamily="2" charset="2"/>
              </a:rPr>
              <a:t> 769</a:t>
            </a:r>
            <a:endParaRPr lang="en-US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EAAA9D-F5E0-24CE-6627-8F4DAB3F7D34}"/>
              </a:ext>
            </a:extLst>
          </p:cNvPr>
          <p:cNvSpPr txBox="1"/>
          <p:nvPr/>
        </p:nvSpPr>
        <p:spPr>
          <a:xfrm>
            <a:off x="3495878" y="5468792"/>
            <a:ext cx="71911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If change tmp1 size from 2 to 1: latency </a:t>
            </a:r>
            <a:r>
              <a:rPr lang="en-US" sz="2400" b="1" dirty="0">
                <a:latin typeface="Aptos" panose="020B0004020202020204" pitchFamily="34" charset="0"/>
              </a:rPr>
              <a:t>769 </a:t>
            </a:r>
            <a:r>
              <a:rPr lang="en-US" sz="2400" b="1" dirty="0">
                <a:latin typeface="Aptos" panose="020B0004020202020204" pitchFamily="34" charset="0"/>
                <a:sym typeface="Wingdings" panose="05000000000000000000" pitchFamily="2" charset="2"/>
              </a:rPr>
              <a:t> 1536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32313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21" grpId="0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09AF1-ED6E-51E6-9287-87526C1D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Where do Deadlocks Come From?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0A09636-0083-E90E-C130-ABAB80FF8849}"/>
              </a:ext>
            </a:extLst>
          </p:cNvPr>
          <p:cNvGrpSpPr/>
          <p:nvPr/>
        </p:nvGrpSpPr>
        <p:grpSpPr>
          <a:xfrm rot="19800000">
            <a:off x="2219145" y="2003936"/>
            <a:ext cx="2076451" cy="860548"/>
            <a:chOff x="3286124" y="2986494"/>
            <a:chExt cx="2076451" cy="860548"/>
          </a:xfrm>
        </p:grpSpPr>
        <p:sp>
          <p:nvSpPr>
            <p:cNvPr id="6" name="Arrow: Chevron 5">
              <a:extLst>
                <a:ext uri="{FF2B5EF4-FFF2-40B4-BE49-F238E27FC236}">
                  <a16:creationId xmlns:a16="http://schemas.microsoft.com/office/drawing/2014/main" id="{508E2935-3640-6983-C315-865CC9ED5102}"/>
                </a:ext>
              </a:extLst>
            </p:cNvPr>
            <p:cNvSpPr/>
            <p:nvPr/>
          </p:nvSpPr>
          <p:spPr>
            <a:xfrm>
              <a:off x="3286124" y="2986494"/>
              <a:ext cx="2076451" cy="860548"/>
            </a:xfrm>
            <a:prstGeom prst="chevron">
              <a:avLst>
                <a:gd name="adj" fmla="val 26106"/>
              </a:avLst>
            </a:prstGeom>
            <a:solidFill>
              <a:schemeClr val="bg1">
                <a:lumMod val="95000"/>
              </a:schemeClr>
            </a:solidFill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CFE54E0-849B-1D8C-5D22-6F16F0D6715E}"/>
                </a:ext>
              </a:extLst>
            </p:cNvPr>
            <p:cNvSpPr/>
            <p:nvPr/>
          </p:nvSpPr>
          <p:spPr>
            <a:xfrm>
              <a:off x="3794436" y="3075838"/>
              <a:ext cx="461487" cy="64427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4207281-73D5-A3F4-E223-A1C6AA4A2707}"/>
                </a:ext>
              </a:extLst>
            </p:cNvPr>
            <p:cNvSpPr/>
            <p:nvPr/>
          </p:nvSpPr>
          <p:spPr>
            <a:xfrm>
              <a:off x="4399375" y="3075838"/>
              <a:ext cx="461487" cy="64427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3975F32-6F3A-033F-E927-4F6053053BAF}"/>
              </a:ext>
            </a:extLst>
          </p:cNvPr>
          <p:cNvGrpSpPr/>
          <p:nvPr/>
        </p:nvGrpSpPr>
        <p:grpSpPr>
          <a:xfrm rot="1800000">
            <a:off x="2234133" y="4117187"/>
            <a:ext cx="2076451" cy="860548"/>
            <a:chOff x="3286124" y="2986494"/>
            <a:chExt cx="2076451" cy="860548"/>
          </a:xfrm>
        </p:grpSpPr>
        <p:sp>
          <p:nvSpPr>
            <p:cNvPr id="19" name="Arrow: Chevron 18">
              <a:extLst>
                <a:ext uri="{FF2B5EF4-FFF2-40B4-BE49-F238E27FC236}">
                  <a16:creationId xmlns:a16="http://schemas.microsoft.com/office/drawing/2014/main" id="{9D351B02-1A85-9D36-8830-131D7239D22C}"/>
                </a:ext>
              </a:extLst>
            </p:cNvPr>
            <p:cNvSpPr/>
            <p:nvPr/>
          </p:nvSpPr>
          <p:spPr>
            <a:xfrm>
              <a:off x="3286124" y="2986494"/>
              <a:ext cx="2076451" cy="860548"/>
            </a:xfrm>
            <a:prstGeom prst="chevron">
              <a:avLst>
                <a:gd name="adj" fmla="val 26106"/>
              </a:avLst>
            </a:prstGeom>
            <a:solidFill>
              <a:schemeClr val="bg1">
                <a:lumMod val="95000"/>
              </a:schemeClr>
            </a:solidFill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6A027EB-381C-169C-EF6E-B356062E9D6C}"/>
                </a:ext>
              </a:extLst>
            </p:cNvPr>
            <p:cNvSpPr/>
            <p:nvPr/>
          </p:nvSpPr>
          <p:spPr>
            <a:xfrm>
              <a:off x="3794436" y="3075838"/>
              <a:ext cx="461487" cy="64427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113B2D-7EF1-810A-5C46-71A0B5DF6C21}"/>
                </a:ext>
              </a:extLst>
            </p:cNvPr>
            <p:cNvSpPr/>
            <p:nvPr/>
          </p:nvSpPr>
          <p:spPr>
            <a:xfrm>
              <a:off x="4399375" y="3075838"/>
              <a:ext cx="461487" cy="64427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Diagonal Corners Snipped 21">
            <a:extLst>
              <a:ext uri="{FF2B5EF4-FFF2-40B4-BE49-F238E27FC236}">
                <a16:creationId xmlns:a16="http://schemas.microsoft.com/office/drawing/2014/main" id="{1C0897FE-489B-D20C-7C76-64A2C198648A}"/>
              </a:ext>
            </a:extLst>
          </p:cNvPr>
          <p:cNvSpPr/>
          <p:nvPr/>
        </p:nvSpPr>
        <p:spPr>
          <a:xfrm>
            <a:off x="4504067" y="1510574"/>
            <a:ext cx="2172749" cy="597770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600"/>
              </a:lnSpc>
            </a:pPr>
            <a:r>
              <a:rPr lang="en-US" sz="2000">
                <a:latin typeface="Aptos" panose="020B0004020202020204" pitchFamily="34" charset="0"/>
                <a:cs typeface="Calibri"/>
              </a:rPr>
              <a:t>transpose</a:t>
            </a:r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3" name="Rectangle: Diagonal Corners Snipped 22">
            <a:extLst>
              <a:ext uri="{FF2B5EF4-FFF2-40B4-BE49-F238E27FC236}">
                <a16:creationId xmlns:a16="http://schemas.microsoft.com/office/drawing/2014/main" id="{D666C8EB-04FE-99AE-0B81-18D2E3A901D2}"/>
              </a:ext>
            </a:extLst>
          </p:cNvPr>
          <p:cNvSpPr/>
          <p:nvPr/>
        </p:nvSpPr>
        <p:spPr>
          <a:xfrm>
            <a:off x="4515852" y="4841432"/>
            <a:ext cx="2149178" cy="597770"/>
          </a:xfrm>
          <a:prstGeom prst="snip2Diag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>
              <a:lnSpc>
                <a:spcPts val="1600"/>
              </a:lnSpc>
            </a:pPr>
            <a:r>
              <a:rPr lang="en-US" sz="2000" err="1">
                <a:latin typeface="Aptos" panose="020B0004020202020204" pitchFamily="34" charset="0"/>
                <a:cs typeface="Calibri"/>
              </a:rPr>
              <a:t>elementwise_cos</a:t>
            </a:r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24" name="Rectangle: Diagonal Corners Snipped 23">
            <a:extLst>
              <a:ext uri="{FF2B5EF4-FFF2-40B4-BE49-F238E27FC236}">
                <a16:creationId xmlns:a16="http://schemas.microsoft.com/office/drawing/2014/main" id="{E1244E13-877F-AB2D-6065-238E052F1046}"/>
              </a:ext>
            </a:extLst>
          </p:cNvPr>
          <p:cNvSpPr/>
          <p:nvPr/>
        </p:nvSpPr>
        <p:spPr>
          <a:xfrm>
            <a:off x="9440620" y="3105150"/>
            <a:ext cx="2506689" cy="597770"/>
          </a:xfrm>
          <a:prstGeom prst="snip2Diag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600"/>
              </a:lnSpc>
            </a:pPr>
            <a:r>
              <a:rPr lang="en-US" sz="2000" err="1">
                <a:latin typeface="Aptos" panose="020B0004020202020204" pitchFamily="34" charset="0"/>
                <a:cs typeface="Calibri"/>
              </a:rPr>
              <a:t>elementwise_add</a:t>
            </a:r>
            <a:endParaRPr lang="en-US" sz="2000">
              <a:latin typeface="Aptos" panose="020B00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0A47762-DC59-72CF-29DF-CDCC60C340F7}"/>
              </a:ext>
            </a:extLst>
          </p:cNvPr>
          <p:cNvGrpSpPr/>
          <p:nvPr/>
        </p:nvGrpSpPr>
        <p:grpSpPr>
          <a:xfrm rot="1800000">
            <a:off x="7020495" y="2003936"/>
            <a:ext cx="2076451" cy="860548"/>
            <a:chOff x="3286124" y="2986494"/>
            <a:chExt cx="2076451" cy="860548"/>
          </a:xfrm>
        </p:grpSpPr>
        <p:sp>
          <p:nvSpPr>
            <p:cNvPr id="26" name="Arrow: Chevron 25">
              <a:extLst>
                <a:ext uri="{FF2B5EF4-FFF2-40B4-BE49-F238E27FC236}">
                  <a16:creationId xmlns:a16="http://schemas.microsoft.com/office/drawing/2014/main" id="{A722D579-A102-4D90-DBC9-AE2EC7B104BC}"/>
                </a:ext>
              </a:extLst>
            </p:cNvPr>
            <p:cNvSpPr/>
            <p:nvPr/>
          </p:nvSpPr>
          <p:spPr>
            <a:xfrm>
              <a:off x="3286124" y="2986494"/>
              <a:ext cx="2076451" cy="860548"/>
            </a:xfrm>
            <a:prstGeom prst="chevron">
              <a:avLst>
                <a:gd name="adj" fmla="val 26106"/>
              </a:avLst>
            </a:prstGeom>
            <a:solidFill>
              <a:schemeClr val="bg1">
                <a:lumMod val="95000"/>
              </a:schemeClr>
            </a:solidFill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6397C53-3C5B-A4CA-A184-AF8E72CA7BBD}"/>
                </a:ext>
              </a:extLst>
            </p:cNvPr>
            <p:cNvSpPr/>
            <p:nvPr/>
          </p:nvSpPr>
          <p:spPr>
            <a:xfrm>
              <a:off x="3794436" y="3075838"/>
              <a:ext cx="461487" cy="64427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F66C114-71A6-566E-4525-E311C7CD867E}"/>
                </a:ext>
              </a:extLst>
            </p:cNvPr>
            <p:cNvSpPr/>
            <p:nvPr/>
          </p:nvSpPr>
          <p:spPr>
            <a:xfrm>
              <a:off x="4399375" y="3075838"/>
              <a:ext cx="461487" cy="64427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BCE1AB4-BA74-FB9E-3AD5-E596226AE412}"/>
              </a:ext>
            </a:extLst>
          </p:cNvPr>
          <p:cNvGrpSpPr/>
          <p:nvPr/>
        </p:nvGrpSpPr>
        <p:grpSpPr>
          <a:xfrm rot="19800000">
            <a:off x="7020493" y="3955688"/>
            <a:ext cx="2076451" cy="860548"/>
            <a:chOff x="3286124" y="2986494"/>
            <a:chExt cx="2076451" cy="860548"/>
          </a:xfrm>
        </p:grpSpPr>
        <p:sp>
          <p:nvSpPr>
            <p:cNvPr id="34" name="Arrow: Chevron 33">
              <a:extLst>
                <a:ext uri="{FF2B5EF4-FFF2-40B4-BE49-F238E27FC236}">
                  <a16:creationId xmlns:a16="http://schemas.microsoft.com/office/drawing/2014/main" id="{49BF8782-A135-BD76-3AA1-690C6E489A76}"/>
                </a:ext>
              </a:extLst>
            </p:cNvPr>
            <p:cNvSpPr/>
            <p:nvPr/>
          </p:nvSpPr>
          <p:spPr>
            <a:xfrm>
              <a:off x="3286124" y="2986494"/>
              <a:ext cx="2076451" cy="860548"/>
            </a:xfrm>
            <a:prstGeom prst="chevron">
              <a:avLst>
                <a:gd name="adj" fmla="val 26106"/>
              </a:avLst>
            </a:prstGeom>
            <a:solidFill>
              <a:schemeClr val="bg1">
                <a:lumMod val="95000"/>
              </a:schemeClr>
            </a:solidFill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072254A-9B0D-393B-7501-63DBCA4C0829}"/>
                </a:ext>
              </a:extLst>
            </p:cNvPr>
            <p:cNvSpPr/>
            <p:nvPr/>
          </p:nvSpPr>
          <p:spPr>
            <a:xfrm>
              <a:off x="3794436" y="3075838"/>
              <a:ext cx="461487" cy="64427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BA27584-8701-F725-FA66-B923BD51CF09}"/>
                </a:ext>
              </a:extLst>
            </p:cNvPr>
            <p:cNvSpPr/>
            <p:nvPr/>
          </p:nvSpPr>
          <p:spPr>
            <a:xfrm>
              <a:off x="4399375" y="3075838"/>
              <a:ext cx="461487" cy="64427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804A260-A323-8197-7D48-7B7CC4A82D88}"/>
              </a:ext>
            </a:extLst>
          </p:cNvPr>
          <p:cNvCxnSpPr>
            <a:stCxn id="5" idx="0"/>
            <a:endCxn id="6" idx="1"/>
          </p:cNvCxnSpPr>
          <p:nvPr/>
        </p:nvCxnSpPr>
        <p:spPr>
          <a:xfrm flipV="1">
            <a:off x="2173079" y="2840995"/>
            <a:ext cx="379719" cy="563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ABAC181-2711-5A35-3AF3-E7CE5E59A21B}"/>
              </a:ext>
            </a:extLst>
          </p:cNvPr>
          <p:cNvCxnSpPr>
            <a:cxnSpLocks/>
            <a:stCxn id="5" idx="0"/>
            <a:endCxn id="19" idx="1"/>
          </p:cNvCxnSpPr>
          <p:nvPr/>
        </p:nvCxnSpPr>
        <p:spPr>
          <a:xfrm>
            <a:off x="2173079" y="3404035"/>
            <a:ext cx="394707" cy="7366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9B679D0-3911-44B2-A145-E1A048586AB0}"/>
              </a:ext>
            </a:extLst>
          </p:cNvPr>
          <p:cNvCxnSpPr>
            <a:cxnSpLocks/>
            <a:stCxn id="6" idx="3"/>
            <a:endCxn id="22" idx="2"/>
          </p:cNvCxnSpPr>
          <p:nvPr/>
        </p:nvCxnSpPr>
        <p:spPr>
          <a:xfrm flipV="1">
            <a:off x="4156500" y="1809459"/>
            <a:ext cx="347567" cy="1056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87C70D4-D74F-1768-AAD9-8AA90826C363}"/>
              </a:ext>
            </a:extLst>
          </p:cNvPr>
          <p:cNvCxnSpPr>
            <a:cxnSpLocks/>
            <a:stCxn id="19" idx="3"/>
            <a:endCxn id="23" idx="2"/>
          </p:cNvCxnSpPr>
          <p:nvPr/>
        </p:nvCxnSpPr>
        <p:spPr>
          <a:xfrm>
            <a:off x="4171488" y="5066574"/>
            <a:ext cx="344364" cy="737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C068C4F-C1D5-6080-0AFE-1105653B8B65}"/>
              </a:ext>
            </a:extLst>
          </p:cNvPr>
          <p:cNvCxnSpPr>
            <a:cxnSpLocks/>
            <a:stCxn id="22" idx="0"/>
            <a:endCxn id="26" idx="1"/>
          </p:cNvCxnSpPr>
          <p:nvPr/>
        </p:nvCxnSpPr>
        <p:spPr>
          <a:xfrm>
            <a:off x="6676816" y="1809459"/>
            <a:ext cx="677332" cy="2179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28C4C27-CA15-F6A5-BCE1-B8C6309E22EA}"/>
              </a:ext>
            </a:extLst>
          </p:cNvPr>
          <p:cNvCxnSpPr>
            <a:cxnSpLocks/>
            <a:stCxn id="23" idx="0"/>
            <a:endCxn id="34" idx="1"/>
          </p:cNvCxnSpPr>
          <p:nvPr/>
        </p:nvCxnSpPr>
        <p:spPr>
          <a:xfrm flipV="1">
            <a:off x="6665030" y="4792747"/>
            <a:ext cx="689116" cy="3475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B21F54A-5124-702B-47E7-F5C74D7094C3}"/>
              </a:ext>
            </a:extLst>
          </p:cNvPr>
          <p:cNvCxnSpPr>
            <a:cxnSpLocks/>
            <a:stCxn id="34" idx="3"/>
            <a:endCxn id="24" idx="2"/>
          </p:cNvCxnSpPr>
          <p:nvPr/>
        </p:nvCxnSpPr>
        <p:spPr>
          <a:xfrm flipV="1">
            <a:off x="8957848" y="3404035"/>
            <a:ext cx="482772" cy="4628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B173992-126F-58E8-E334-A34320C2C108}"/>
              </a:ext>
            </a:extLst>
          </p:cNvPr>
          <p:cNvCxnSpPr>
            <a:cxnSpLocks/>
            <a:stCxn id="26" idx="3"/>
            <a:endCxn id="24" idx="2"/>
          </p:cNvCxnSpPr>
          <p:nvPr/>
        </p:nvCxnSpPr>
        <p:spPr>
          <a:xfrm>
            <a:off x="8957850" y="2953323"/>
            <a:ext cx="482770" cy="4507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: Diagonal Corners Snipped 4">
            <a:extLst>
              <a:ext uri="{FF2B5EF4-FFF2-40B4-BE49-F238E27FC236}">
                <a16:creationId xmlns:a16="http://schemas.microsoft.com/office/drawing/2014/main" id="{9B72C9B5-64FA-B109-C06A-F6E43B6D8575}"/>
              </a:ext>
            </a:extLst>
          </p:cNvPr>
          <p:cNvSpPr/>
          <p:nvPr/>
        </p:nvSpPr>
        <p:spPr>
          <a:xfrm>
            <a:off x="313123" y="3105150"/>
            <a:ext cx="1859956" cy="597770"/>
          </a:xfrm>
          <a:prstGeom prst="snip2Diag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600"/>
              </a:lnSpc>
            </a:pPr>
            <a:r>
              <a:rPr lang="en-US" sz="2000" err="1">
                <a:latin typeface="Aptos" panose="020B0004020202020204" pitchFamily="34" charset="0"/>
                <a:cs typeface="Calibri"/>
              </a:rPr>
              <a:t>copy_stream</a:t>
            </a:r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A0AE37D-CF17-35FE-FEAE-267BCEC1FCA3}"/>
              </a:ext>
            </a:extLst>
          </p:cNvPr>
          <p:cNvSpPr txBox="1"/>
          <p:nvPr/>
        </p:nvSpPr>
        <p:spPr>
          <a:xfrm>
            <a:off x="103945" y="3746030"/>
            <a:ext cx="2219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latin typeface="Aptos" panose="020B0004020202020204" pitchFamily="34" charset="0"/>
              </a:rPr>
              <a:t>Simultaneous</a:t>
            </a:r>
          </a:p>
          <a:p>
            <a:pPr algn="ctr"/>
            <a:r>
              <a:rPr lang="en-US" sz="1800" b="1" i="1">
                <a:latin typeface="Aptos" panose="020B0004020202020204" pitchFamily="34" charset="0"/>
              </a:rPr>
              <a:t>Writes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CE15B7E-E4B4-23E7-AC58-CB1EA39E6B28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-333610" y="3404035"/>
            <a:ext cx="64673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E9EAEC6-41CD-9D25-47BC-EBBF4EFA68B5}"/>
              </a:ext>
            </a:extLst>
          </p:cNvPr>
          <p:cNvCxnSpPr>
            <a:cxnSpLocks/>
            <a:stCxn id="24" idx="0"/>
          </p:cNvCxnSpPr>
          <p:nvPr/>
        </p:nvCxnSpPr>
        <p:spPr>
          <a:xfrm>
            <a:off x="11947309" y="3404035"/>
            <a:ext cx="48277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ABA3CFFD-DA2B-1D58-A105-15E11C691660}"/>
              </a:ext>
            </a:extLst>
          </p:cNvPr>
          <p:cNvSpPr txBox="1"/>
          <p:nvPr/>
        </p:nvSpPr>
        <p:spPr>
          <a:xfrm>
            <a:off x="9612432" y="3746030"/>
            <a:ext cx="2219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latin typeface="Aptos" panose="020B0004020202020204" pitchFamily="34" charset="0"/>
              </a:rPr>
              <a:t>Simultaneous</a:t>
            </a:r>
          </a:p>
          <a:p>
            <a:pPr algn="ctr"/>
            <a:r>
              <a:rPr lang="en-US" sz="1800" b="1" i="1">
                <a:latin typeface="Aptos" panose="020B0004020202020204" pitchFamily="34" charset="0"/>
              </a:rPr>
              <a:t>Reads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D96232A-8C3D-0580-C239-C252302092D6}"/>
              </a:ext>
            </a:extLst>
          </p:cNvPr>
          <p:cNvSpPr/>
          <p:nvPr/>
        </p:nvSpPr>
        <p:spPr>
          <a:xfrm>
            <a:off x="2013316" y="3241451"/>
            <a:ext cx="325168" cy="3251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A3064AA-11DA-0DC9-0472-923F91DB1298}"/>
              </a:ext>
            </a:extLst>
          </p:cNvPr>
          <p:cNvSpPr/>
          <p:nvPr/>
        </p:nvSpPr>
        <p:spPr>
          <a:xfrm>
            <a:off x="2013316" y="3250976"/>
            <a:ext cx="325168" cy="3251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A78FE1D-3F6F-8234-11F3-E1C8A0F5CEA1}"/>
              </a:ext>
            </a:extLst>
          </p:cNvPr>
          <p:cNvSpPr/>
          <p:nvPr/>
        </p:nvSpPr>
        <p:spPr>
          <a:xfrm>
            <a:off x="2007674" y="3268020"/>
            <a:ext cx="325168" cy="3251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2FF1938-7CC5-0DD7-8936-127BC50F65CB}"/>
              </a:ext>
            </a:extLst>
          </p:cNvPr>
          <p:cNvSpPr/>
          <p:nvPr/>
        </p:nvSpPr>
        <p:spPr>
          <a:xfrm>
            <a:off x="2007674" y="3255349"/>
            <a:ext cx="325168" cy="3251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C35FC00-96AF-513A-8E15-7B545A7FAF26}"/>
              </a:ext>
            </a:extLst>
          </p:cNvPr>
          <p:cNvSpPr/>
          <p:nvPr/>
        </p:nvSpPr>
        <p:spPr>
          <a:xfrm>
            <a:off x="1984548" y="3266092"/>
            <a:ext cx="325168" cy="3251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9B27DC1-45BC-CAB0-C985-C8668410C59F}"/>
              </a:ext>
            </a:extLst>
          </p:cNvPr>
          <p:cNvSpPr/>
          <p:nvPr/>
        </p:nvSpPr>
        <p:spPr>
          <a:xfrm>
            <a:off x="1984548" y="3266092"/>
            <a:ext cx="325168" cy="3251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05884BB-8B39-B1D5-FD9F-4245EDCF6C70}"/>
              </a:ext>
            </a:extLst>
          </p:cNvPr>
          <p:cNvSpPr/>
          <p:nvPr/>
        </p:nvSpPr>
        <p:spPr>
          <a:xfrm>
            <a:off x="1992686" y="3217710"/>
            <a:ext cx="325168" cy="3251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75D57AB-DCD9-5E27-ABD8-DBBAB395E1B3}"/>
              </a:ext>
            </a:extLst>
          </p:cNvPr>
          <p:cNvSpPr/>
          <p:nvPr/>
        </p:nvSpPr>
        <p:spPr>
          <a:xfrm>
            <a:off x="1992686" y="3238931"/>
            <a:ext cx="325168" cy="3251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4891212-5CD8-1553-F43E-EFBD25D14F25}"/>
              </a:ext>
            </a:extLst>
          </p:cNvPr>
          <p:cNvSpPr/>
          <p:nvPr/>
        </p:nvSpPr>
        <p:spPr>
          <a:xfrm>
            <a:off x="1984548" y="3240813"/>
            <a:ext cx="325168" cy="3251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6D1B5E5B-AAC9-D69A-200C-FDCEA69AA4D3}"/>
              </a:ext>
            </a:extLst>
          </p:cNvPr>
          <p:cNvSpPr/>
          <p:nvPr/>
        </p:nvSpPr>
        <p:spPr>
          <a:xfrm>
            <a:off x="1984548" y="3230381"/>
            <a:ext cx="325168" cy="3251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C3C93-C983-1796-22E1-BA25E5C09C07}"/>
              </a:ext>
            </a:extLst>
          </p:cNvPr>
          <p:cNvSpPr txBox="1"/>
          <p:nvPr/>
        </p:nvSpPr>
        <p:spPr>
          <a:xfrm>
            <a:off x="4343670" y="2130575"/>
            <a:ext cx="2453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latin typeface="Aptos" panose="020B0004020202020204" pitchFamily="34" charset="0"/>
              </a:rPr>
              <a:t>Buffer many elements in for a single write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17354F-1DE1-BB26-4FAF-9454CD4FFE53}"/>
              </a:ext>
            </a:extLst>
          </p:cNvPr>
          <p:cNvSpPr txBox="1"/>
          <p:nvPr/>
        </p:nvSpPr>
        <p:spPr>
          <a:xfrm>
            <a:off x="4212714" y="5514405"/>
            <a:ext cx="2759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latin typeface="Aptos" panose="020B0004020202020204" pitchFamily="34" charset="0"/>
              </a:rPr>
              <a:t>Compute and write out immediately after a read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9F9461-29C9-2292-D667-860B5A028930}"/>
              </a:ext>
            </a:extLst>
          </p:cNvPr>
          <p:cNvGrpSpPr/>
          <p:nvPr/>
        </p:nvGrpSpPr>
        <p:grpSpPr>
          <a:xfrm>
            <a:off x="9497713" y="2941221"/>
            <a:ext cx="1278977" cy="275589"/>
            <a:chOff x="9514358" y="3247816"/>
            <a:chExt cx="1278977" cy="27558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796A68B-F48F-6D29-1B24-6FA534A0C749}"/>
                </a:ext>
              </a:extLst>
            </p:cNvPr>
            <p:cNvSpPr/>
            <p:nvPr/>
          </p:nvSpPr>
          <p:spPr>
            <a:xfrm>
              <a:off x="9636296" y="3269618"/>
              <a:ext cx="1157039" cy="231985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>
                  <a:latin typeface="Aptos" panose="020B0004020202020204" pitchFamily="34" charset="0"/>
                </a:rPr>
                <a:t>STALLED</a:t>
              </a:r>
            </a:p>
          </p:txBody>
        </p:sp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0F5B3210-9301-028A-5560-29BDF05731E7}"/>
                </a:ext>
              </a:extLst>
            </p:cNvPr>
            <p:cNvSpPr/>
            <p:nvPr/>
          </p:nvSpPr>
          <p:spPr>
            <a:xfrm>
              <a:off x="9514358" y="3247816"/>
              <a:ext cx="310958" cy="275589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en-US" b="1">
                  <a:latin typeface="Aptos" panose="020B0004020202020204" pitchFamily="34" charset="0"/>
                </a:rPr>
                <a:t>!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8BFCE3-CE3C-8E59-F464-1601DBB990DA}"/>
              </a:ext>
            </a:extLst>
          </p:cNvPr>
          <p:cNvGrpSpPr/>
          <p:nvPr/>
        </p:nvGrpSpPr>
        <p:grpSpPr>
          <a:xfrm>
            <a:off x="4606854" y="4654952"/>
            <a:ext cx="1278977" cy="275589"/>
            <a:chOff x="9514358" y="3247816"/>
            <a:chExt cx="1278977" cy="27558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C57A9AE-8EFE-9F3F-A98B-260477CB15B6}"/>
                </a:ext>
              </a:extLst>
            </p:cNvPr>
            <p:cNvSpPr/>
            <p:nvPr/>
          </p:nvSpPr>
          <p:spPr>
            <a:xfrm>
              <a:off x="9636296" y="3269618"/>
              <a:ext cx="1157039" cy="231985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>
                  <a:latin typeface="Aptos" panose="020B0004020202020204" pitchFamily="34" charset="0"/>
                </a:rPr>
                <a:t>STALLED</a:t>
              </a:r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DF90CB7A-7A29-B6D3-ACFB-C3A29872D7CB}"/>
                </a:ext>
              </a:extLst>
            </p:cNvPr>
            <p:cNvSpPr/>
            <p:nvPr/>
          </p:nvSpPr>
          <p:spPr>
            <a:xfrm>
              <a:off x="9514358" y="3247816"/>
              <a:ext cx="310958" cy="275589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en-US" b="1">
                  <a:latin typeface="Aptos" panose="020B0004020202020204" pitchFamily="34" charset="0"/>
                </a:rPr>
                <a:t>!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E25C6B6-B78F-9D26-AD2F-8EDBD214B6FB}"/>
              </a:ext>
            </a:extLst>
          </p:cNvPr>
          <p:cNvGrpSpPr/>
          <p:nvPr/>
        </p:nvGrpSpPr>
        <p:grpSpPr>
          <a:xfrm>
            <a:off x="4606854" y="1347832"/>
            <a:ext cx="1278977" cy="275589"/>
            <a:chOff x="9514358" y="3247816"/>
            <a:chExt cx="1278977" cy="27558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CA798F9-6220-090D-959F-B24E198590F3}"/>
                </a:ext>
              </a:extLst>
            </p:cNvPr>
            <p:cNvSpPr/>
            <p:nvPr/>
          </p:nvSpPr>
          <p:spPr>
            <a:xfrm>
              <a:off x="9636296" y="3269618"/>
              <a:ext cx="1157039" cy="231985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>
                  <a:latin typeface="Aptos" panose="020B0004020202020204" pitchFamily="34" charset="0"/>
                </a:rPr>
                <a:t>STALLED</a:t>
              </a:r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200BA455-D591-2E5D-DFB7-96ADEAD182E7}"/>
                </a:ext>
              </a:extLst>
            </p:cNvPr>
            <p:cNvSpPr/>
            <p:nvPr/>
          </p:nvSpPr>
          <p:spPr>
            <a:xfrm>
              <a:off x="9514358" y="3247816"/>
              <a:ext cx="310958" cy="275589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en-US" b="1">
                  <a:latin typeface="Aptos" panose="020B0004020202020204" pitchFamily="34" charset="0"/>
                </a:rPr>
                <a:t>!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A50E2B8-9EF7-19FA-2647-22C03604806C}"/>
              </a:ext>
            </a:extLst>
          </p:cNvPr>
          <p:cNvGrpSpPr/>
          <p:nvPr/>
        </p:nvGrpSpPr>
        <p:grpSpPr>
          <a:xfrm>
            <a:off x="404132" y="2947606"/>
            <a:ext cx="1278977" cy="275589"/>
            <a:chOff x="9514358" y="3247816"/>
            <a:chExt cx="1278977" cy="275589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9475378-025B-1529-EE00-36635FF886F8}"/>
                </a:ext>
              </a:extLst>
            </p:cNvPr>
            <p:cNvSpPr/>
            <p:nvPr/>
          </p:nvSpPr>
          <p:spPr>
            <a:xfrm>
              <a:off x="9636296" y="3269618"/>
              <a:ext cx="1157039" cy="231985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>
                  <a:latin typeface="Aptos" panose="020B0004020202020204" pitchFamily="34" charset="0"/>
                </a:rPr>
                <a:t>STALLED</a:t>
              </a:r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788358CE-1F3F-3D5A-394E-D142A05FB122}"/>
                </a:ext>
              </a:extLst>
            </p:cNvPr>
            <p:cNvSpPr/>
            <p:nvPr/>
          </p:nvSpPr>
          <p:spPr>
            <a:xfrm>
              <a:off x="9514358" y="3247816"/>
              <a:ext cx="310958" cy="275589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en-US" b="1">
                  <a:latin typeface="Aptos" panose="020B0004020202020204" pitchFamily="34" charset="0"/>
                </a:rPr>
                <a:t>!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1C5D2D97-61BC-27A5-AB57-45AFC0DD91F7}"/>
              </a:ext>
            </a:extLst>
          </p:cNvPr>
          <p:cNvSpPr txBox="1"/>
          <p:nvPr/>
        </p:nvSpPr>
        <p:spPr>
          <a:xfrm>
            <a:off x="2431101" y="3063007"/>
            <a:ext cx="64389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4000" b="1" i="1">
                <a:solidFill>
                  <a:srgbClr val="FF0000"/>
                </a:solidFill>
                <a:latin typeface="Aptos" panose="020B0004020202020204" pitchFamily="34" charset="0"/>
              </a:rPr>
              <a:t>Deadlocked Forever</a:t>
            </a:r>
          </a:p>
        </p:txBody>
      </p:sp>
    </p:spTree>
    <p:extLst>
      <p:ext uri="{BB962C8B-B14F-4D97-AF65-F5344CB8AC3E}">
        <p14:creationId xmlns:p14="http://schemas.microsoft.com/office/powerpoint/2010/main" val="1705074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7 0.04722 L 0.10756 -0.11852 " pathEditMode="fixed" rAng="0" ptsTypes="AA">
                                      <p:cBhvr>
                                        <p:cTn id="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56" y="-828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7 0.04722 L 0.10912 0.23564 " pathEditMode="fixed" rAng="0" ptsTypes="AA">
                                      <p:cBhvr>
                                        <p:cTn id="1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34" y="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69 0.04722 L 0.10743 -0.11852 " pathEditMode="fixed" rAng="0" ptsTypes="AA">
                                      <p:cBhvr>
                                        <p:cTn id="1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56" y="-828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 0.04722 L 0.10899 0.23564 " pathEditMode="fixed" rAng="0" ptsTypes="AA">
                                      <p:cBhvr>
                                        <p:cTn id="2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34" y="9421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911 -0.16574 L 0.34114 -0.2349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02" y="-3472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912 0.23564 L 0.34831 0.29907 " pathEditMode="fixed" rAng="0" ptsTypes="AA">
                                      <p:cBhvr>
                                        <p:cTn id="2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53" y="3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987 0.25185 L 0.50104 0.11226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2" y="-6991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12 0.18773 L 0.3504 0.25116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53" y="317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964 -0.16967 L 0.30795 -0.23889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09" y="-3472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48148E-6 L 0.11302 0.18634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51" y="9306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48148E-6 L 0.11146 -0.16921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73" y="-8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04 0.25116 L 0.45964 0.15579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56" y="-476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302 0.18634 L 0.35222 0.24977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53" y="3171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146 -0.16921 L 0.27682 -0.23588 " pathEditMode="relative" rAng="0" ptsTypes="AA">
                                      <p:cBhvr>
                                        <p:cTn id="5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68" y="-3333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4.07407E-6 L 0.11237 0.19329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12" y="9653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33333E-6 L 0.11081 -0.16527 " pathEditMode="relative" rAng="0" ptsTypes="AA">
                                      <p:cBhvr>
                                        <p:cTn id="61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34" y="-8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081 -0.16527 L 0.24284 -0.23194 " pathEditMode="relative" rAng="0" ptsTypes="AA">
                                      <p:cBhvr>
                                        <p:cTn id="6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02" y="-3333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81481E-6 L 0.07084 0.14561 " pathEditMode="relative" rAng="0" ptsTypes="AA">
                                      <p:cBhvr>
                                        <p:cTn id="7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726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4.07407E-6 L 0.11146 -0.16412 " pathEditMode="relative" rAng="0" ptsTypes="AA">
                                      <p:cBhvr>
                                        <p:cTn id="76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73" y="-8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146 -0.16412 L 0.21185 -0.22963 " pathEditMode="relative" rAng="0" ptsTypes="AA">
                                      <p:cBhvr>
                                        <p:cTn id="8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13" y="-3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5" grpId="1" animBg="1"/>
      <p:bldP spid="75" grpId="2" animBg="1"/>
      <p:bldP spid="77" grpId="0" animBg="1"/>
      <p:bldP spid="77" grpId="1" animBg="1"/>
      <p:bldP spid="77" grpId="2" animBg="1"/>
      <p:bldP spid="77" grpId="3" animBg="1"/>
      <p:bldP spid="78" grpId="0" animBg="1"/>
      <p:bldP spid="78" grpId="1" animBg="1"/>
      <p:bldP spid="78" grpId="2" animBg="1"/>
      <p:bldP spid="79" grpId="0" animBg="1"/>
      <p:bldP spid="79" grpId="1" animBg="1"/>
      <p:bldP spid="79" grpId="2" animBg="1"/>
      <p:bldP spid="79" grpId="3" animBg="1"/>
      <p:bldP spid="88" grpId="0" animBg="1"/>
      <p:bldP spid="88" grpId="1" animBg="1"/>
      <p:bldP spid="88" grpId="2" animBg="1"/>
      <p:bldP spid="89" grpId="0" animBg="1"/>
      <p:bldP spid="89" grpId="1" animBg="1"/>
      <p:bldP spid="89" grpId="2" animBg="1"/>
      <p:bldP spid="90" grpId="0" animBg="1"/>
      <p:bldP spid="90" grpId="1" animBg="1"/>
      <p:bldP spid="91" grpId="0" animBg="1"/>
      <p:bldP spid="91" grpId="1" animBg="1"/>
      <p:bldP spid="91" grpId="2" animBg="1"/>
      <p:bldP spid="92" grpId="0" animBg="1"/>
      <p:bldP spid="92" grpId="1" animBg="1"/>
      <p:bldP spid="93" grpId="0" animBg="1"/>
      <p:bldP spid="93" grpId="1" animBg="1"/>
      <p:bldP spid="93" grpId="2" animBg="1"/>
      <p:bldP spid="3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D8066DD-C6AC-06A1-5721-1AA52DF3EB64}"/>
              </a:ext>
            </a:extLst>
          </p:cNvPr>
          <p:cNvSpPr/>
          <p:nvPr/>
        </p:nvSpPr>
        <p:spPr>
          <a:xfrm>
            <a:off x="8738813" y="1506634"/>
            <a:ext cx="2197686" cy="62442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load_inputs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B28E14-5590-D42E-CF87-6AB4C1F41D5C}"/>
              </a:ext>
            </a:extLst>
          </p:cNvPr>
          <p:cNvSpPr/>
          <p:nvPr/>
        </p:nvSpPr>
        <p:spPr>
          <a:xfrm>
            <a:off x="8738813" y="3379564"/>
            <a:ext cx="2197686" cy="62442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compute_add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D27129-5816-7383-86D4-04AAF0E01CF8}"/>
              </a:ext>
            </a:extLst>
          </p:cNvPr>
          <p:cNvSpPr/>
          <p:nvPr/>
        </p:nvSpPr>
        <p:spPr>
          <a:xfrm>
            <a:off x="8738813" y="5489885"/>
            <a:ext cx="2197686" cy="62442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store_result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963087-F627-72A9-3570-244043F63C5E}"/>
              </a:ext>
            </a:extLst>
          </p:cNvPr>
          <p:cNvSpPr/>
          <p:nvPr/>
        </p:nvSpPr>
        <p:spPr>
          <a:xfrm>
            <a:off x="7902775" y="2190040"/>
            <a:ext cx="540336" cy="12092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accent6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4A36E6-E657-7160-8C06-696A56E8D611}"/>
              </a:ext>
            </a:extLst>
          </p:cNvPr>
          <p:cNvSpPr/>
          <p:nvPr/>
        </p:nvSpPr>
        <p:spPr>
          <a:xfrm>
            <a:off x="11205538" y="2190039"/>
            <a:ext cx="540336" cy="12092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CB0D7A-0DB4-C352-6C2D-0A00A7D96DBB}"/>
              </a:ext>
            </a:extLst>
          </p:cNvPr>
          <p:cNvSpPr/>
          <p:nvPr/>
        </p:nvSpPr>
        <p:spPr>
          <a:xfrm>
            <a:off x="9013444" y="4549719"/>
            <a:ext cx="1648427" cy="5058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94EF5F-51DA-C593-4E2C-B471693B9932}"/>
              </a:ext>
            </a:extLst>
          </p:cNvPr>
          <p:cNvSpPr txBox="1"/>
          <p:nvPr/>
        </p:nvSpPr>
        <p:spPr>
          <a:xfrm>
            <a:off x="8429636" y="2504936"/>
            <a:ext cx="995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FIFO1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AC3BBD-71E7-DCC5-9D52-E4F833A601B0}"/>
              </a:ext>
            </a:extLst>
          </p:cNvPr>
          <p:cNvSpPr txBox="1"/>
          <p:nvPr/>
        </p:nvSpPr>
        <p:spPr>
          <a:xfrm>
            <a:off x="10220373" y="2524479"/>
            <a:ext cx="995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FIFO2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B45A6C-AFF5-1129-1FCA-45A7DECB540A}"/>
              </a:ext>
            </a:extLst>
          </p:cNvPr>
          <p:cNvSpPr txBox="1"/>
          <p:nvPr/>
        </p:nvSpPr>
        <p:spPr>
          <a:xfrm>
            <a:off x="9339699" y="4573517"/>
            <a:ext cx="995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FIFO3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8C0BCA5-C9B4-8A19-8675-EC7CF728179A}"/>
              </a:ext>
            </a:extLst>
          </p:cNvPr>
          <p:cNvCxnSpPr>
            <a:cxnSpLocks/>
          </p:cNvCxnSpPr>
          <p:nvPr/>
        </p:nvCxnSpPr>
        <p:spPr>
          <a:xfrm flipV="1">
            <a:off x="7555124" y="1598840"/>
            <a:ext cx="1183689" cy="635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C641768-9B59-C0A2-AE60-F9D24657FACB}"/>
              </a:ext>
            </a:extLst>
          </p:cNvPr>
          <p:cNvSpPr txBox="1"/>
          <p:nvPr/>
        </p:nvSpPr>
        <p:spPr>
          <a:xfrm>
            <a:off x="5117649" y="1124359"/>
            <a:ext cx="2489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Input from external memory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20FBFED-6EC1-F0A8-5713-293B50CC1882}"/>
              </a:ext>
            </a:extLst>
          </p:cNvPr>
          <p:cNvCxnSpPr>
            <a:cxnSpLocks/>
            <a:stCxn id="6" idx="1"/>
            <a:endCxn id="15" idx="0"/>
          </p:cNvCxnSpPr>
          <p:nvPr/>
        </p:nvCxnSpPr>
        <p:spPr>
          <a:xfrm rot="10800000" flipV="1">
            <a:off x="8172943" y="1818846"/>
            <a:ext cx="565870" cy="371193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22036AF4-B6F8-E1C6-3596-E5B34B6BB3EC}"/>
              </a:ext>
            </a:extLst>
          </p:cNvPr>
          <p:cNvCxnSpPr>
            <a:cxnSpLocks/>
            <a:stCxn id="15" idx="2"/>
            <a:endCxn id="11" idx="1"/>
          </p:cNvCxnSpPr>
          <p:nvPr/>
        </p:nvCxnSpPr>
        <p:spPr>
          <a:xfrm rot="16200000" flipH="1">
            <a:off x="8309659" y="3262623"/>
            <a:ext cx="292438" cy="565870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FEAB7EA3-AD21-00D5-29BE-AC97B5D36836}"/>
              </a:ext>
            </a:extLst>
          </p:cNvPr>
          <p:cNvCxnSpPr>
            <a:cxnSpLocks/>
            <a:stCxn id="6" idx="3"/>
            <a:endCxn id="17" idx="0"/>
          </p:cNvCxnSpPr>
          <p:nvPr/>
        </p:nvCxnSpPr>
        <p:spPr>
          <a:xfrm>
            <a:off x="10936499" y="1818847"/>
            <a:ext cx="539207" cy="371192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4912CDD9-C033-EAF1-4ACD-A65D6FBB7C58}"/>
              </a:ext>
            </a:extLst>
          </p:cNvPr>
          <p:cNvCxnSpPr>
            <a:cxnSpLocks/>
            <a:stCxn id="17" idx="2"/>
            <a:endCxn id="11" idx="3"/>
          </p:cNvCxnSpPr>
          <p:nvPr/>
        </p:nvCxnSpPr>
        <p:spPr>
          <a:xfrm rot="5400000">
            <a:off x="11059884" y="3275954"/>
            <a:ext cx="292439" cy="539207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2E28B1B5-18BF-E53A-2106-5C0EBA92E92B}"/>
              </a:ext>
            </a:extLst>
          </p:cNvPr>
          <p:cNvCxnSpPr>
            <a:cxnSpLocks/>
            <a:stCxn id="11" idx="2"/>
            <a:endCxn id="19" idx="1"/>
          </p:cNvCxnSpPr>
          <p:nvPr/>
        </p:nvCxnSpPr>
        <p:spPr>
          <a:xfrm rot="5400000">
            <a:off x="9026222" y="3991211"/>
            <a:ext cx="798657" cy="824212"/>
          </a:xfrm>
          <a:prstGeom prst="bentConnector4">
            <a:avLst>
              <a:gd name="adj1" fmla="val 34165"/>
              <a:gd name="adj2" fmla="val 127736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5E7D0B8D-13D6-E2B3-0135-52BAF6D1D2E9}"/>
              </a:ext>
            </a:extLst>
          </p:cNvPr>
          <p:cNvCxnSpPr>
            <a:cxnSpLocks/>
            <a:stCxn id="19" idx="3"/>
            <a:endCxn id="12" idx="0"/>
          </p:cNvCxnSpPr>
          <p:nvPr/>
        </p:nvCxnSpPr>
        <p:spPr>
          <a:xfrm flipH="1">
            <a:off x="9837656" y="4802646"/>
            <a:ext cx="824215" cy="687239"/>
          </a:xfrm>
          <a:prstGeom prst="bentConnector4">
            <a:avLst>
              <a:gd name="adj1" fmla="val -27735"/>
              <a:gd name="adj2" fmla="val 68402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BB2E6C-84FF-70D2-CD7C-181D6FE2265F}"/>
              </a:ext>
            </a:extLst>
          </p:cNvPr>
          <p:cNvSpPr txBox="1"/>
          <p:nvPr/>
        </p:nvSpPr>
        <p:spPr>
          <a:xfrm>
            <a:off x="5164271" y="5386598"/>
            <a:ext cx="2489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Output to external memory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6C13401-69B6-D96C-36EC-791DC59DAB77}"/>
              </a:ext>
            </a:extLst>
          </p:cNvPr>
          <p:cNvCxnSpPr>
            <a:cxnSpLocks/>
            <a:stCxn id="12" idx="1"/>
            <a:endCxn id="54" idx="3"/>
          </p:cNvCxnSpPr>
          <p:nvPr/>
        </p:nvCxnSpPr>
        <p:spPr>
          <a:xfrm flipH="1" flipV="1">
            <a:off x="7653695" y="5802097"/>
            <a:ext cx="1085118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9B6C4C6B-CCE1-9B37-9D03-B50A798DCBA0}"/>
              </a:ext>
            </a:extLst>
          </p:cNvPr>
          <p:cNvSpPr txBox="1"/>
          <p:nvPr/>
        </p:nvSpPr>
        <p:spPr>
          <a:xfrm>
            <a:off x="513776" y="1412897"/>
            <a:ext cx="4429147" cy="2923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Assume:</a:t>
            </a:r>
            <a:endParaRPr lang="en-US" sz="2600" dirty="0"/>
          </a:p>
          <a:p>
            <a:pPr marL="342900" indent="-342900">
              <a:buFontTx/>
              <a:buChar char="-"/>
            </a:pPr>
            <a:r>
              <a:rPr lang="en-US" sz="2600" dirty="0"/>
              <a:t>FIFO1 and FIFO2 comes from the same external memory port</a:t>
            </a:r>
          </a:p>
          <a:p>
            <a:pPr marL="342900" indent="-342900">
              <a:buFontTx/>
              <a:buChar char="-"/>
            </a:pPr>
            <a:r>
              <a:rPr lang="en-US" sz="2600" dirty="0"/>
              <a:t>FIFO1 and FIFO2 will be read in bulk, e.g., </a:t>
            </a:r>
            <a:r>
              <a:rPr lang="en-US" sz="2600" b="1" dirty="0">
                <a:solidFill>
                  <a:schemeClr val="accent6">
                    <a:lumMod val="75000"/>
                  </a:schemeClr>
                </a:solidFill>
              </a:rPr>
              <a:t>16 elements</a:t>
            </a:r>
            <a:r>
              <a:rPr lang="en-US" sz="2600" dirty="0"/>
              <a:t>, to enable burst data transfer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B5CC10-3F6B-52AC-C3AC-8C5BBFA7869F}"/>
              </a:ext>
            </a:extLst>
          </p:cNvPr>
          <p:cNvSpPr txBox="1"/>
          <p:nvPr/>
        </p:nvSpPr>
        <p:spPr>
          <a:xfrm>
            <a:off x="513776" y="4724878"/>
            <a:ext cx="4429147" cy="13234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Deadlock when:</a:t>
            </a:r>
            <a:endParaRPr lang="en-US" sz="2600" dirty="0"/>
          </a:p>
          <a:p>
            <a:pPr marL="342900" indent="-342900">
              <a:buFontTx/>
              <a:buChar char="-"/>
            </a:pPr>
            <a:r>
              <a:rPr lang="en-US" sz="2600" dirty="0"/>
              <a:t>FIFO1 and FIFO2 sizes are smaller than 16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C3B15C-7666-A129-8017-6B9F4ABCC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Another example of deadlock</a:t>
            </a:r>
          </a:p>
        </p:txBody>
      </p:sp>
    </p:spTree>
    <p:extLst>
      <p:ext uri="{BB962C8B-B14F-4D97-AF65-F5344CB8AC3E}">
        <p14:creationId xmlns:p14="http://schemas.microsoft.com/office/powerpoint/2010/main" val="2607289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2A00F1-4E3E-5F86-0178-4E012EE9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43B623-A988-CA8F-F564-B5DAC1C33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LightningSim + </a:t>
            </a:r>
            <a:r>
              <a:rPr lang="en-US" dirty="0" err="1"/>
              <a:t>FIFOAdvisor</a:t>
            </a:r>
            <a:endParaRPr lang="en-US" dirty="0"/>
          </a:p>
        </p:txBody>
      </p:sp>
      <p:sp>
        <p:nvSpPr>
          <p:cNvPr id="60" name="Content Placeholder 37">
            <a:extLst>
              <a:ext uri="{FF2B5EF4-FFF2-40B4-BE49-F238E27FC236}">
                <a16:creationId xmlns:a16="http://schemas.microsoft.com/office/drawing/2014/main" id="{A3B1D157-37E0-9BC1-1E7C-CF5B8C982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2" y="1226826"/>
            <a:ext cx="11148058" cy="1048824"/>
          </a:xfrm>
          <a:noFill/>
        </p:spPr>
        <p:txBody>
          <a:bodyPr>
            <a:noAutofit/>
          </a:bodyPr>
          <a:lstStyle/>
          <a:p>
            <a:r>
              <a:rPr lang="en-US" sz="2800" b="1" dirty="0"/>
              <a:t>Incremental stall and deadlock analysis </a:t>
            </a:r>
          </a:p>
          <a:p>
            <a:r>
              <a:rPr lang="en-US" sz="2800" b="1" dirty="0"/>
              <a:t>Suggest optimal FIFO depth</a:t>
            </a:r>
            <a:endParaRPr lang="en-US" sz="2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ABE6B4-8D9D-4018-36F5-B21EA9EC9561}"/>
              </a:ext>
            </a:extLst>
          </p:cNvPr>
          <p:cNvSpPr txBox="1"/>
          <p:nvPr/>
        </p:nvSpPr>
        <p:spPr>
          <a:xfrm>
            <a:off x="614143" y="2602157"/>
            <a:ext cx="4750340" cy="304698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#define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FIFO_DEPTH </a:t>
            </a:r>
            <a:r>
              <a:rPr lang="en-US" sz="1600" b="1" dirty="0">
                <a:solidFill>
                  <a:srgbClr val="ED7D31">
                    <a:lumMod val="75000"/>
                  </a:srgbClr>
                </a:solidFill>
                <a:latin typeface="Consolas" panose="020B0609020204030204" pitchFamily="49" charset="0"/>
              </a:rPr>
              <a:t>3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top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...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#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pragma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</a:rPr>
              <a:t> HLS DATAFLOW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hls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::stream&lt;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FIFO_DEPTH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 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myFIFO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producer( 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myFIFO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consumer( 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myFIFO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53" name="Content Placeholder 37">
            <a:extLst>
              <a:ext uri="{FF2B5EF4-FFF2-40B4-BE49-F238E27FC236}">
                <a16:creationId xmlns:a16="http://schemas.microsoft.com/office/drawing/2014/main" id="{14901E70-9F48-5F6B-6EA9-321A9A2FF463}"/>
              </a:ext>
            </a:extLst>
          </p:cNvPr>
          <p:cNvSpPr txBox="1">
            <a:spLocks/>
          </p:cNvSpPr>
          <p:nvPr/>
        </p:nvSpPr>
        <p:spPr>
          <a:xfrm>
            <a:off x="5699762" y="2542058"/>
            <a:ext cx="6339837" cy="267002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36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80000"/>
              <a:buFont typeface="Courier New" panose="02070309020205020404" pitchFamily="49" charset="0"/>
              <a:buChar char="o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rbel" panose="020B0503020204020204" pitchFamily="34" charset="0"/>
              <a:buChar char="‐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Current FIFO depth is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3</a:t>
            </a:r>
            <a:r>
              <a:rPr lang="en-US" sz="2800" dirty="0"/>
              <a:t> but it is deadlocking…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Change to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5</a:t>
            </a:r>
            <a:r>
              <a:rPr lang="en-US" sz="2800" dirty="0"/>
              <a:t>?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8</a:t>
            </a:r>
            <a:r>
              <a:rPr lang="en-US" sz="2800" dirty="0"/>
              <a:t>?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100</a:t>
            </a:r>
            <a:r>
              <a:rPr lang="en-US" sz="2800" dirty="0"/>
              <a:t>?</a:t>
            </a:r>
          </a:p>
          <a:p>
            <a:pPr lvl="1"/>
            <a:r>
              <a:rPr lang="en-US" sz="2400" dirty="0"/>
              <a:t>Too large: consumes too much resource</a:t>
            </a:r>
          </a:p>
          <a:p>
            <a:pPr lvl="1"/>
            <a:r>
              <a:rPr lang="en-US" sz="2400" dirty="0"/>
              <a:t>Too small: may still deadlock or stall</a:t>
            </a:r>
          </a:p>
        </p:txBody>
      </p:sp>
    </p:spTree>
    <p:extLst>
      <p:ext uri="{BB962C8B-B14F-4D97-AF65-F5344CB8AC3E}">
        <p14:creationId xmlns:p14="http://schemas.microsoft.com/office/powerpoint/2010/main" val="29323952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2A00F1-4E3E-5F86-0178-4E012EE9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43B623-A988-CA8F-F564-B5DAC1C33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LightningSim + </a:t>
            </a:r>
            <a:r>
              <a:rPr lang="en-US" dirty="0" err="1"/>
              <a:t>FIFOAdvisor</a:t>
            </a:r>
            <a:endParaRPr lang="en-US" dirty="0"/>
          </a:p>
        </p:txBody>
      </p:sp>
      <p:sp>
        <p:nvSpPr>
          <p:cNvPr id="60" name="Content Placeholder 37">
            <a:extLst>
              <a:ext uri="{FF2B5EF4-FFF2-40B4-BE49-F238E27FC236}">
                <a16:creationId xmlns:a16="http://schemas.microsoft.com/office/drawing/2014/main" id="{A3B1D157-37E0-9BC1-1E7C-CF5B8C982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2" y="1226826"/>
            <a:ext cx="11148058" cy="1048824"/>
          </a:xfrm>
          <a:noFill/>
        </p:spPr>
        <p:txBody>
          <a:bodyPr>
            <a:noAutofit/>
          </a:bodyPr>
          <a:lstStyle/>
          <a:p>
            <a:r>
              <a:rPr lang="en-US" sz="2800" b="1" dirty="0"/>
              <a:t>Incremental stall and deadlock analysis </a:t>
            </a:r>
          </a:p>
          <a:p>
            <a:r>
              <a:rPr lang="en-US" sz="2800" b="1" dirty="0"/>
              <a:t>Suggest optimal FIFO depth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0FC346-B474-4036-901A-C8AEE40E150A}"/>
              </a:ext>
            </a:extLst>
          </p:cNvPr>
          <p:cNvSpPr txBox="1"/>
          <p:nvPr/>
        </p:nvSpPr>
        <p:spPr>
          <a:xfrm>
            <a:off x="8431128" y="4530914"/>
            <a:ext cx="3453228" cy="1938992"/>
          </a:xfrm>
          <a:prstGeom prst="wedgeRectCallout">
            <a:avLst>
              <a:gd name="adj1" fmla="val -78086"/>
              <a:gd name="adj2" fmla="val 43160"/>
            </a:avLst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marL="0" lvl="1" algn="ctr"/>
            <a:r>
              <a:rPr lang="en-US" sz="2400" b="1" dirty="0">
                <a:latin typeface="Aptos" panose="020B0004020202020204" pitchFamily="34" charset="0"/>
              </a:rPr>
              <a:t>LightningSim flow: </a:t>
            </a:r>
          </a:p>
          <a:p>
            <a:pPr marL="0" lvl="1" algn="ctr"/>
            <a:r>
              <a:rPr lang="en-US" sz="2400" b="1" dirty="0">
                <a:latin typeface="Aptos" panose="020B0004020202020204" pitchFamily="34" charset="0"/>
              </a:rPr>
              <a:t>no source code change, no RTL re-generation, no co-sim re-run!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91B8387-AEDE-3E23-26BB-286E119D1CA0}"/>
              </a:ext>
            </a:extLst>
          </p:cNvPr>
          <p:cNvSpPr/>
          <p:nvPr/>
        </p:nvSpPr>
        <p:spPr>
          <a:xfrm>
            <a:off x="1960405" y="3448651"/>
            <a:ext cx="7227010" cy="921196"/>
          </a:xfrm>
          <a:custGeom>
            <a:avLst/>
            <a:gdLst>
              <a:gd name="connsiteX0" fmla="*/ 4688795 w 4787725"/>
              <a:gd name="connsiteY0" fmla="*/ 0 h 659533"/>
              <a:gd name="connsiteX1" fmla="*/ 4787725 w 4787725"/>
              <a:gd name="connsiteY1" fmla="*/ 98930 h 659533"/>
              <a:gd name="connsiteX2" fmla="*/ 4787725 w 4787725"/>
              <a:gd name="connsiteY2" fmla="*/ 560604 h 659533"/>
              <a:gd name="connsiteX3" fmla="*/ 4688795 w 4787725"/>
              <a:gd name="connsiteY3" fmla="*/ 659534 h 659533"/>
              <a:gd name="connsiteX4" fmla="*/ 98930 w 4787725"/>
              <a:gd name="connsiteY4" fmla="*/ 659534 h 659533"/>
              <a:gd name="connsiteX5" fmla="*/ 0 w 4787725"/>
              <a:gd name="connsiteY5" fmla="*/ 560604 h 659533"/>
              <a:gd name="connsiteX6" fmla="*/ 0 w 4787725"/>
              <a:gd name="connsiteY6" fmla="*/ 98930 h 659533"/>
              <a:gd name="connsiteX7" fmla="*/ 98930 w 4787725"/>
              <a:gd name="connsiteY7" fmla="*/ 0 h 659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7725" h="659533">
                <a:moveTo>
                  <a:pt x="4688795" y="0"/>
                </a:moveTo>
                <a:cubicBezTo>
                  <a:pt x="4743433" y="0"/>
                  <a:pt x="4787725" y="44292"/>
                  <a:pt x="4787725" y="98930"/>
                </a:cubicBezTo>
                <a:lnTo>
                  <a:pt x="4787725" y="560604"/>
                </a:lnTo>
                <a:cubicBezTo>
                  <a:pt x="4787725" y="615241"/>
                  <a:pt x="4743433" y="659534"/>
                  <a:pt x="4688795" y="659534"/>
                </a:cubicBezTo>
                <a:lnTo>
                  <a:pt x="98930" y="659534"/>
                </a:lnTo>
                <a:cubicBezTo>
                  <a:pt x="44292" y="659534"/>
                  <a:pt x="0" y="615241"/>
                  <a:pt x="0" y="560604"/>
                </a:cubicBezTo>
                <a:lnTo>
                  <a:pt x="0" y="98930"/>
                </a:lnTo>
                <a:cubicBezTo>
                  <a:pt x="0" y="44293"/>
                  <a:pt x="44292" y="0"/>
                  <a:pt x="98930" y="0"/>
                </a:cubicBezTo>
                <a:close/>
              </a:path>
            </a:pathLst>
          </a:custGeom>
          <a:solidFill>
            <a:srgbClr val="FFE6CC"/>
          </a:solidFill>
          <a:ln w="24403" cap="flat">
            <a:solidFill>
              <a:srgbClr val="994C00"/>
            </a:solidFill>
            <a:prstDash val="solid"/>
            <a:miter/>
          </a:ln>
        </p:spPr>
        <p:txBody>
          <a:bodyPr rtlCol="0" anchor="ctr"/>
          <a:lstStyle/>
          <a:p>
            <a:endParaRPr lang="en-US" sz="44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FAC9F3A-18B1-CB66-2A33-09DBF7A52C28}"/>
              </a:ext>
            </a:extLst>
          </p:cNvPr>
          <p:cNvSpPr/>
          <p:nvPr/>
        </p:nvSpPr>
        <p:spPr>
          <a:xfrm>
            <a:off x="1278037" y="3670420"/>
            <a:ext cx="511775" cy="511775"/>
          </a:xfrm>
          <a:custGeom>
            <a:avLst/>
            <a:gdLst>
              <a:gd name="connsiteX0" fmla="*/ 0 w 366407"/>
              <a:gd name="connsiteY0" fmla="*/ 0 h 366407"/>
              <a:gd name="connsiteX1" fmla="*/ 366408 w 366407"/>
              <a:gd name="connsiteY1" fmla="*/ 0 h 366407"/>
              <a:gd name="connsiteX2" fmla="*/ 366408 w 366407"/>
              <a:gd name="connsiteY2" fmla="*/ 366408 h 366407"/>
              <a:gd name="connsiteX3" fmla="*/ 0 w 366407"/>
              <a:gd name="connsiteY3" fmla="*/ 366408 h 366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407" h="366407">
                <a:moveTo>
                  <a:pt x="0" y="0"/>
                </a:moveTo>
                <a:lnTo>
                  <a:pt x="366408" y="0"/>
                </a:lnTo>
                <a:lnTo>
                  <a:pt x="366408" y="366408"/>
                </a:lnTo>
                <a:lnTo>
                  <a:pt x="0" y="366408"/>
                </a:lnTo>
                <a:close/>
              </a:path>
            </a:pathLst>
          </a:custGeom>
          <a:noFill/>
          <a:ln w="122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4400"/>
          </a:p>
        </p:txBody>
      </p:sp>
      <p:grpSp>
        <p:nvGrpSpPr>
          <p:cNvPr id="7" name="Graphic 7">
            <a:extLst>
              <a:ext uri="{FF2B5EF4-FFF2-40B4-BE49-F238E27FC236}">
                <a16:creationId xmlns:a16="http://schemas.microsoft.com/office/drawing/2014/main" id="{FAF4BDC4-783B-CE8F-560B-AF2DDB1CBF80}"/>
              </a:ext>
            </a:extLst>
          </p:cNvPr>
          <p:cNvGrpSpPr/>
          <p:nvPr/>
        </p:nvGrpSpPr>
        <p:grpSpPr>
          <a:xfrm>
            <a:off x="769690" y="3581642"/>
            <a:ext cx="896269" cy="621095"/>
            <a:chOff x="4733387" y="4280885"/>
            <a:chExt cx="641686" cy="444675"/>
          </a:xfrm>
          <a:solidFill>
            <a:srgbClr val="000000"/>
          </a:solidFill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57E186-D1B3-07F2-584E-C4A62BA098D6}"/>
                </a:ext>
              </a:extLst>
            </p:cNvPr>
            <p:cNvSpPr txBox="1"/>
            <p:nvPr/>
          </p:nvSpPr>
          <p:spPr>
            <a:xfrm>
              <a:off x="4812775" y="4280885"/>
              <a:ext cx="448064" cy="2736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pc="0" baseline="0">
                  <a:ln/>
                  <a:solidFill>
                    <a:srgbClr val="000000"/>
                  </a:solidFill>
                  <a:latin typeface="Lato"/>
                  <a:sym typeface="Lato"/>
                  <a:rtl val="0"/>
                </a:rPr>
                <a:t>HLS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577688B-F86C-ADD8-130D-AD784C85654E}"/>
                </a:ext>
              </a:extLst>
            </p:cNvPr>
            <p:cNvSpPr txBox="1"/>
            <p:nvPr/>
          </p:nvSpPr>
          <p:spPr>
            <a:xfrm>
              <a:off x="4733387" y="4451875"/>
              <a:ext cx="641686" cy="2736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pc="0" baseline="0" dirty="0">
                  <a:ln/>
                  <a:solidFill>
                    <a:srgbClr val="000000"/>
                  </a:solidFill>
                  <a:latin typeface="Lato"/>
                  <a:sym typeface="Lato"/>
                  <a:rtl val="0"/>
                </a:rPr>
                <a:t>C/C++</a:t>
              </a:r>
            </a:p>
          </p:txBody>
        </p:sp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0D0C47B-2B17-6EF6-9E6F-A0A2E487E88F}"/>
              </a:ext>
            </a:extLst>
          </p:cNvPr>
          <p:cNvSpPr/>
          <p:nvPr/>
        </p:nvSpPr>
        <p:spPr>
          <a:xfrm>
            <a:off x="7773337" y="3576016"/>
            <a:ext cx="1266765" cy="682368"/>
          </a:xfrm>
          <a:custGeom>
            <a:avLst/>
            <a:gdLst>
              <a:gd name="connsiteX0" fmla="*/ 659534 w 732815"/>
              <a:gd name="connsiteY0" fmla="*/ 0 h 488543"/>
              <a:gd name="connsiteX1" fmla="*/ 732815 w 732815"/>
              <a:gd name="connsiteY1" fmla="*/ 73282 h 488543"/>
              <a:gd name="connsiteX2" fmla="*/ 732815 w 732815"/>
              <a:gd name="connsiteY2" fmla="*/ 415262 h 488543"/>
              <a:gd name="connsiteX3" fmla="*/ 659534 w 732815"/>
              <a:gd name="connsiteY3" fmla="*/ 488543 h 488543"/>
              <a:gd name="connsiteX4" fmla="*/ 73282 w 732815"/>
              <a:gd name="connsiteY4" fmla="*/ 488543 h 488543"/>
              <a:gd name="connsiteX5" fmla="*/ 0 w 732815"/>
              <a:gd name="connsiteY5" fmla="*/ 415262 h 488543"/>
              <a:gd name="connsiteX6" fmla="*/ 0 w 732815"/>
              <a:gd name="connsiteY6" fmla="*/ 73282 h 488543"/>
              <a:gd name="connsiteX7" fmla="*/ 73282 w 732815"/>
              <a:gd name="connsiteY7" fmla="*/ 0 h 488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2815" h="488543">
                <a:moveTo>
                  <a:pt x="659534" y="0"/>
                </a:moveTo>
                <a:cubicBezTo>
                  <a:pt x="700006" y="0"/>
                  <a:pt x="732815" y="32809"/>
                  <a:pt x="732815" y="73282"/>
                </a:cubicBezTo>
                <a:lnTo>
                  <a:pt x="732815" y="415262"/>
                </a:lnTo>
                <a:cubicBezTo>
                  <a:pt x="732815" y="455734"/>
                  <a:pt x="700006" y="488543"/>
                  <a:pt x="659534" y="488543"/>
                </a:cubicBezTo>
                <a:lnTo>
                  <a:pt x="73282" y="488543"/>
                </a:lnTo>
                <a:cubicBezTo>
                  <a:pt x="32809" y="488543"/>
                  <a:pt x="0" y="455734"/>
                  <a:pt x="0" y="415262"/>
                </a:cubicBezTo>
                <a:lnTo>
                  <a:pt x="0" y="73282"/>
                </a:lnTo>
                <a:cubicBezTo>
                  <a:pt x="0" y="32809"/>
                  <a:pt x="32809" y="0"/>
                  <a:pt x="73282" y="0"/>
                </a:cubicBezTo>
                <a:close/>
              </a:path>
            </a:pathLst>
          </a:custGeom>
          <a:solidFill>
            <a:srgbClr val="FFFFFF"/>
          </a:solidFill>
          <a:ln w="12201" cap="flat">
            <a:solidFill>
              <a:srgbClr val="000000"/>
            </a:solidFill>
            <a:prstDash val="solid"/>
            <a:miter/>
          </a:ln>
        </p:spPr>
        <p:txBody>
          <a:bodyPr wrap="square" lIns="0" r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RTL Generation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3F38DA3-F732-BADE-7613-ACA6B201527F}"/>
              </a:ext>
            </a:extLst>
          </p:cNvPr>
          <p:cNvSpPr/>
          <p:nvPr/>
        </p:nvSpPr>
        <p:spPr>
          <a:xfrm>
            <a:off x="6320003" y="3576016"/>
            <a:ext cx="1247121" cy="682368"/>
          </a:xfrm>
          <a:custGeom>
            <a:avLst/>
            <a:gdLst>
              <a:gd name="connsiteX0" fmla="*/ 0 w 854950"/>
              <a:gd name="connsiteY0" fmla="*/ 0 h 366407"/>
              <a:gd name="connsiteX1" fmla="*/ 854951 w 854950"/>
              <a:gd name="connsiteY1" fmla="*/ 0 h 366407"/>
              <a:gd name="connsiteX2" fmla="*/ 854951 w 854950"/>
              <a:gd name="connsiteY2" fmla="*/ 366408 h 366407"/>
              <a:gd name="connsiteX3" fmla="*/ 0 w 854950"/>
              <a:gd name="connsiteY3" fmla="*/ 366408 h 366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4950" h="366407">
                <a:moveTo>
                  <a:pt x="0" y="0"/>
                </a:moveTo>
                <a:lnTo>
                  <a:pt x="854951" y="0"/>
                </a:lnTo>
                <a:lnTo>
                  <a:pt x="854951" y="366408"/>
                </a:lnTo>
                <a:lnTo>
                  <a:pt x="0" y="366408"/>
                </a:lnTo>
                <a:close/>
              </a:path>
            </a:pathLst>
          </a:custGeom>
          <a:solidFill>
            <a:srgbClr val="FFFFFF"/>
          </a:solidFill>
          <a:ln w="12201" cap="flat">
            <a:solidFill>
              <a:srgbClr val="000000"/>
            </a:solidFill>
            <a:prstDash val="dash"/>
            <a:miter/>
          </a:ln>
        </p:spPr>
        <p:txBody>
          <a:bodyPr wrap="square" lIns="0" r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Static Timing Info.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CB0FFEC-FA36-9297-9CD4-88A9E3054786}"/>
              </a:ext>
            </a:extLst>
          </p:cNvPr>
          <p:cNvSpPr/>
          <p:nvPr/>
        </p:nvSpPr>
        <p:spPr>
          <a:xfrm>
            <a:off x="9494480" y="3670420"/>
            <a:ext cx="409421" cy="511775"/>
          </a:xfrm>
          <a:custGeom>
            <a:avLst/>
            <a:gdLst>
              <a:gd name="connsiteX0" fmla="*/ 0 w 293126"/>
              <a:gd name="connsiteY0" fmla="*/ 0 h 366407"/>
              <a:gd name="connsiteX1" fmla="*/ 293126 w 293126"/>
              <a:gd name="connsiteY1" fmla="*/ 0 h 366407"/>
              <a:gd name="connsiteX2" fmla="*/ 293126 w 293126"/>
              <a:gd name="connsiteY2" fmla="*/ 366408 h 366407"/>
              <a:gd name="connsiteX3" fmla="*/ 0 w 293126"/>
              <a:gd name="connsiteY3" fmla="*/ 366408 h 366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126" h="366407">
                <a:moveTo>
                  <a:pt x="0" y="0"/>
                </a:moveTo>
                <a:lnTo>
                  <a:pt x="293126" y="0"/>
                </a:lnTo>
                <a:lnTo>
                  <a:pt x="293126" y="366408"/>
                </a:lnTo>
                <a:lnTo>
                  <a:pt x="0" y="366408"/>
                </a:lnTo>
                <a:close/>
              </a:path>
            </a:pathLst>
          </a:custGeom>
          <a:noFill/>
          <a:ln w="122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4400"/>
          </a:p>
        </p:txBody>
      </p:sp>
      <p:grpSp>
        <p:nvGrpSpPr>
          <p:cNvPr id="13" name="Graphic 7">
            <a:extLst>
              <a:ext uri="{FF2B5EF4-FFF2-40B4-BE49-F238E27FC236}">
                <a16:creationId xmlns:a16="http://schemas.microsoft.com/office/drawing/2014/main" id="{720C0FCF-39E7-EE74-E5A5-182AFF69E066}"/>
              </a:ext>
            </a:extLst>
          </p:cNvPr>
          <p:cNvGrpSpPr/>
          <p:nvPr/>
        </p:nvGrpSpPr>
        <p:grpSpPr>
          <a:xfrm>
            <a:off x="9341173" y="3615091"/>
            <a:ext cx="702150" cy="621095"/>
            <a:chOff x="10144005" y="4280885"/>
            <a:chExt cx="502706" cy="444675"/>
          </a:xfrm>
          <a:solidFill>
            <a:srgbClr val="000000"/>
          </a:solidFill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EBBB714-4ED1-5C5C-5633-CE1E7B2E18D1}"/>
                </a:ext>
              </a:extLst>
            </p:cNvPr>
            <p:cNvSpPr txBox="1"/>
            <p:nvPr/>
          </p:nvSpPr>
          <p:spPr>
            <a:xfrm>
              <a:off x="10174539" y="4280885"/>
              <a:ext cx="432621" cy="2736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pc="0" baseline="0">
                  <a:ln/>
                  <a:solidFill>
                    <a:srgbClr val="000000"/>
                  </a:solidFill>
                  <a:latin typeface="Lato"/>
                  <a:sym typeface="Lato"/>
                  <a:rtl val="0"/>
                </a:rPr>
                <a:t>RTL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83907E4-57BE-E3E4-1FDD-4C253C4CFCD6}"/>
                </a:ext>
              </a:extLst>
            </p:cNvPr>
            <p:cNvSpPr txBox="1"/>
            <p:nvPr/>
          </p:nvSpPr>
          <p:spPr>
            <a:xfrm>
              <a:off x="10144005" y="4451875"/>
              <a:ext cx="502706" cy="2736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pc="0" baseline="0" dirty="0">
                  <a:ln/>
                  <a:solidFill>
                    <a:srgbClr val="000000"/>
                  </a:solidFill>
                  <a:latin typeface="Lato"/>
                  <a:sym typeface="Lato"/>
                  <a:rtl val="0"/>
                </a:rPr>
                <a:t>code</a:t>
              </a: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5DED5EE-92B2-88FD-34CF-0276059C1B21}"/>
              </a:ext>
            </a:extLst>
          </p:cNvPr>
          <p:cNvSpPr/>
          <p:nvPr/>
        </p:nvSpPr>
        <p:spPr>
          <a:xfrm>
            <a:off x="9187415" y="3926308"/>
            <a:ext cx="236781" cy="17058"/>
          </a:xfrm>
          <a:custGeom>
            <a:avLst/>
            <a:gdLst>
              <a:gd name="connsiteX0" fmla="*/ 0 w 169524"/>
              <a:gd name="connsiteY0" fmla="*/ 0 h 12213"/>
              <a:gd name="connsiteX1" fmla="*/ 169525 w 169524"/>
              <a:gd name="connsiteY1" fmla="*/ 0 h 12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9524" h="12213">
                <a:moveTo>
                  <a:pt x="0" y="0"/>
                </a:moveTo>
                <a:lnTo>
                  <a:pt x="169525" y="0"/>
                </a:lnTo>
              </a:path>
            </a:pathLst>
          </a:custGeom>
          <a:noFill/>
          <a:ln w="1220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440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29B5CBA-4561-7DCD-BEE8-E95517838852}"/>
              </a:ext>
            </a:extLst>
          </p:cNvPr>
          <p:cNvSpPr/>
          <p:nvPr/>
        </p:nvSpPr>
        <p:spPr>
          <a:xfrm>
            <a:off x="9407137" y="3892190"/>
            <a:ext cx="68236" cy="68236"/>
          </a:xfrm>
          <a:custGeom>
            <a:avLst/>
            <a:gdLst>
              <a:gd name="connsiteX0" fmla="*/ 48854 w 48854"/>
              <a:gd name="connsiteY0" fmla="*/ 24427 h 48854"/>
              <a:gd name="connsiteX1" fmla="*/ 0 w 48854"/>
              <a:gd name="connsiteY1" fmla="*/ 48854 h 48854"/>
              <a:gd name="connsiteX2" fmla="*/ 12214 w 48854"/>
              <a:gd name="connsiteY2" fmla="*/ 24427 h 48854"/>
              <a:gd name="connsiteX3" fmla="*/ 0 w 48854"/>
              <a:gd name="connsiteY3" fmla="*/ 0 h 48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4" h="48854">
                <a:moveTo>
                  <a:pt x="48854" y="24427"/>
                </a:moveTo>
                <a:lnTo>
                  <a:pt x="0" y="48854"/>
                </a:lnTo>
                <a:lnTo>
                  <a:pt x="12214" y="244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220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44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2D1DA68-BC32-8F34-A676-D9E1AB833195}"/>
              </a:ext>
            </a:extLst>
          </p:cNvPr>
          <p:cNvSpPr/>
          <p:nvPr/>
        </p:nvSpPr>
        <p:spPr>
          <a:xfrm>
            <a:off x="10228025" y="3755716"/>
            <a:ext cx="1450031" cy="358243"/>
          </a:xfrm>
          <a:custGeom>
            <a:avLst/>
            <a:gdLst>
              <a:gd name="connsiteX0" fmla="*/ 999682 w 1038154"/>
              <a:gd name="connsiteY0" fmla="*/ 0 h 256485"/>
              <a:gd name="connsiteX1" fmla="*/ 1038155 w 1038154"/>
              <a:gd name="connsiteY1" fmla="*/ 38473 h 256485"/>
              <a:gd name="connsiteX2" fmla="*/ 1038155 w 1038154"/>
              <a:gd name="connsiteY2" fmla="*/ 218013 h 256485"/>
              <a:gd name="connsiteX3" fmla="*/ 999682 w 1038154"/>
              <a:gd name="connsiteY3" fmla="*/ 256485 h 256485"/>
              <a:gd name="connsiteX4" fmla="*/ 38472 w 1038154"/>
              <a:gd name="connsiteY4" fmla="*/ 256485 h 256485"/>
              <a:gd name="connsiteX5" fmla="*/ 0 w 1038154"/>
              <a:gd name="connsiteY5" fmla="*/ 218013 h 256485"/>
              <a:gd name="connsiteX6" fmla="*/ 0 w 1038154"/>
              <a:gd name="connsiteY6" fmla="*/ 38473 h 256485"/>
              <a:gd name="connsiteX7" fmla="*/ 38472 w 1038154"/>
              <a:gd name="connsiteY7" fmla="*/ 0 h 256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8154" h="256485">
                <a:moveTo>
                  <a:pt x="999682" y="0"/>
                </a:moveTo>
                <a:cubicBezTo>
                  <a:pt x="1020929" y="0"/>
                  <a:pt x="1038155" y="17225"/>
                  <a:pt x="1038155" y="38473"/>
                </a:cubicBezTo>
                <a:lnTo>
                  <a:pt x="1038155" y="218013"/>
                </a:lnTo>
                <a:cubicBezTo>
                  <a:pt x="1038155" y="239260"/>
                  <a:pt x="1020930" y="256485"/>
                  <a:pt x="999682" y="256485"/>
                </a:cubicBezTo>
                <a:lnTo>
                  <a:pt x="38472" y="256485"/>
                </a:lnTo>
                <a:cubicBezTo>
                  <a:pt x="17225" y="256485"/>
                  <a:pt x="0" y="239260"/>
                  <a:pt x="0" y="218013"/>
                </a:cubicBezTo>
                <a:lnTo>
                  <a:pt x="0" y="38473"/>
                </a:lnTo>
                <a:cubicBezTo>
                  <a:pt x="0" y="17225"/>
                  <a:pt x="17225" y="0"/>
                  <a:pt x="38472" y="0"/>
                </a:cubicBezTo>
                <a:close/>
              </a:path>
            </a:pathLst>
          </a:custGeom>
          <a:solidFill>
            <a:srgbClr val="FFFFFF"/>
          </a:solidFill>
          <a:ln w="1220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4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AD803C-9361-214E-0A07-4D6C15AB2A12}"/>
              </a:ext>
            </a:extLst>
          </p:cNvPr>
          <p:cNvSpPr txBox="1"/>
          <p:nvPr/>
        </p:nvSpPr>
        <p:spPr>
          <a:xfrm>
            <a:off x="10253840" y="3743035"/>
            <a:ext cx="1540016" cy="3822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pc="0" baseline="0">
                <a:ln/>
                <a:solidFill>
                  <a:srgbClr val="000000"/>
                </a:solidFill>
                <a:latin typeface="Lato"/>
                <a:sym typeface="Lato"/>
                <a:rtl val="0"/>
              </a:rPr>
              <a:t>C/RTL cosim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570B898-FAF3-9F22-EE2A-2BFD13AD4A25}"/>
              </a:ext>
            </a:extLst>
          </p:cNvPr>
          <p:cNvSpPr/>
          <p:nvPr/>
        </p:nvSpPr>
        <p:spPr>
          <a:xfrm>
            <a:off x="9938019" y="3926308"/>
            <a:ext cx="219723" cy="17058"/>
          </a:xfrm>
          <a:custGeom>
            <a:avLst/>
            <a:gdLst>
              <a:gd name="connsiteX0" fmla="*/ 0 w 157311"/>
              <a:gd name="connsiteY0" fmla="*/ 0 h 12213"/>
              <a:gd name="connsiteX1" fmla="*/ 157311 w 157311"/>
              <a:gd name="connsiteY1" fmla="*/ 0 h 12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311" h="12213">
                <a:moveTo>
                  <a:pt x="0" y="0"/>
                </a:moveTo>
                <a:lnTo>
                  <a:pt x="157311" y="0"/>
                </a:lnTo>
              </a:path>
            </a:pathLst>
          </a:custGeom>
          <a:noFill/>
          <a:ln w="1220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440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1DF89CD-A403-F9F7-894D-35570D779906}"/>
              </a:ext>
            </a:extLst>
          </p:cNvPr>
          <p:cNvSpPr/>
          <p:nvPr/>
        </p:nvSpPr>
        <p:spPr>
          <a:xfrm>
            <a:off x="10140683" y="3892190"/>
            <a:ext cx="68236" cy="68236"/>
          </a:xfrm>
          <a:custGeom>
            <a:avLst/>
            <a:gdLst>
              <a:gd name="connsiteX0" fmla="*/ 48854 w 48854"/>
              <a:gd name="connsiteY0" fmla="*/ 24427 h 48854"/>
              <a:gd name="connsiteX1" fmla="*/ 0 w 48854"/>
              <a:gd name="connsiteY1" fmla="*/ 48854 h 48854"/>
              <a:gd name="connsiteX2" fmla="*/ 12214 w 48854"/>
              <a:gd name="connsiteY2" fmla="*/ 24427 h 48854"/>
              <a:gd name="connsiteX3" fmla="*/ 0 w 48854"/>
              <a:gd name="connsiteY3" fmla="*/ 0 h 48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4" h="48854">
                <a:moveTo>
                  <a:pt x="48854" y="24427"/>
                </a:moveTo>
                <a:lnTo>
                  <a:pt x="0" y="48854"/>
                </a:lnTo>
                <a:lnTo>
                  <a:pt x="12214" y="244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220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440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6AC221E-4072-E05E-3E45-1896EA2786B8}"/>
              </a:ext>
            </a:extLst>
          </p:cNvPr>
          <p:cNvSpPr/>
          <p:nvPr/>
        </p:nvSpPr>
        <p:spPr>
          <a:xfrm>
            <a:off x="1960405" y="4301611"/>
            <a:ext cx="2047104" cy="341183"/>
          </a:xfrm>
          <a:custGeom>
            <a:avLst/>
            <a:gdLst>
              <a:gd name="connsiteX0" fmla="*/ 0 w 1465630"/>
              <a:gd name="connsiteY0" fmla="*/ 0 h 244271"/>
              <a:gd name="connsiteX1" fmla="*/ 1465630 w 1465630"/>
              <a:gd name="connsiteY1" fmla="*/ 0 h 244271"/>
              <a:gd name="connsiteX2" fmla="*/ 1465630 w 1465630"/>
              <a:gd name="connsiteY2" fmla="*/ 244272 h 244271"/>
              <a:gd name="connsiteX3" fmla="*/ 0 w 1465630"/>
              <a:gd name="connsiteY3" fmla="*/ 244272 h 244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5630" h="244271">
                <a:moveTo>
                  <a:pt x="0" y="0"/>
                </a:moveTo>
                <a:lnTo>
                  <a:pt x="1465630" y="0"/>
                </a:lnTo>
                <a:lnTo>
                  <a:pt x="1465630" y="244272"/>
                </a:lnTo>
                <a:lnTo>
                  <a:pt x="0" y="244272"/>
                </a:lnTo>
                <a:close/>
              </a:path>
            </a:pathLst>
          </a:custGeom>
          <a:noFill/>
          <a:ln w="122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4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0E8C76-074A-E915-6DEA-924E12AA5932}"/>
              </a:ext>
            </a:extLst>
          </p:cNvPr>
          <p:cNvSpPr txBox="1"/>
          <p:nvPr/>
        </p:nvSpPr>
        <p:spPr>
          <a:xfrm>
            <a:off x="1858275" y="4331578"/>
            <a:ext cx="1676066" cy="3822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spc="0" baseline="0" dirty="0">
                <a:ln/>
                <a:solidFill>
                  <a:srgbClr val="994C00"/>
                </a:solidFill>
                <a:latin typeface="Lato"/>
                <a:sym typeface="Lato"/>
                <a:rtl val="0"/>
              </a:rPr>
              <a:t>HLS synthesis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5A1D241-4A47-4323-929B-28DD3AD1E1E3}"/>
              </a:ext>
            </a:extLst>
          </p:cNvPr>
          <p:cNvSpPr/>
          <p:nvPr/>
        </p:nvSpPr>
        <p:spPr>
          <a:xfrm>
            <a:off x="9528598" y="3414533"/>
            <a:ext cx="341183" cy="255887"/>
          </a:xfrm>
          <a:custGeom>
            <a:avLst/>
            <a:gdLst>
              <a:gd name="connsiteX0" fmla="*/ 0 w 244271"/>
              <a:gd name="connsiteY0" fmla="*/ 40671 h 183203"/>
              <a:gd name="connsiteX1" fmla="*/ 122136 w 244271"/>
              <a:gd name="connsiteY1" fmla="*/ 0 h 183203"/>
              <a:gd name="connsiteX2" fmla="*/ 208486 w 244271"/>
              <a:gd name="connsiteY2" fmla="*/ 11969 h 183203"/>
              <a:gd name="connsiteX3" fmla="*/ 244272 w 244271"/>
              <a:gd name="connsiteY3" fmla="*/ 40671 h 183203"/>
              <a:gd name="connsiteX4" fmla="*/ 244272 w 244271"/>
              <a:gd name="connsiteY4" fmla="*/ 142533 h 183203"/>
              <a:gd name="connsiteX5" fmla="*/ 122136 w 244271"/>
              <a:gd name="connsiteY5" fmla="*/ 183204 h 183203"/>
              <a:gd name="connsiteX6" fmla="*/ 0 w 244271"/>
              <a:gd name="connsiteY6" fmla="*/ 142533 h 183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4271" h="183203">
                <a:moveTo>
                  <a:pt x="0" y="40671"/>
                </a:moveTo>
                <a:cubicBezTo>
                  <a:pt x="0" y="18198"/>
                  <a:pt x="54717" y="0"/>
                  <a:pt x="122136" y="0"/>
                </a:cubicBezTo>
                <a:cubicBezTo>
                  <a:pt x="154502" y="0"/>
                  <a:pt x="185647" y="4275"/>
                  <a:pt x="208486" y="11969"/>
                </a:cubicBezTo>
                <a:cubicBezTo>
                  <a:pt x="231448" y="19542"/>
                  <a:pt x="244272" y="29923"/>
                  <a:pt x="244272" y="40671"/>
                </a:cubicBezTo>
                <a:lnTo>
                  <a:pt x="244272" y="142533"/>
                </a:lnTo>
                <a:cubicBezTo>
                  <a:pt x="244272" y="165006"/>
                  <a:pt x="189555" y="183204"/>
                  <a:pt x="122136" y="183204"/>
                </a:cubicBezTo>
                <a:cubicBezTo>
                  <a:pt x="54717" y="183204"/>
                  <a:pt x="0" y="165006"/>
                  <a:pt x="0" y="142533"/>
                </a:cubicBezTo>
                <a:close/>
              </a:path>
            </a:pathLst>
          </a:custGeom>
          <a:solidFill>
            <a:srgbClr val="E6E6E6"/>
          </a:solidFill>
          <a:ln w="1220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440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7ADCB33-FEA4-CBC9-8F58-02900E16AF56}"/>
              </a:ext>
            </a:extLst>
          </p:cNvPr>
          <p:cNvSpPr/>
          <p:nvPr/>
        </p:nvSpPr>
        <p:spPr>
          <a:xfrm>
            <a:off x="9528598" y="3471340"/>
            <a:ext cx="341183" cy="56977"/>
          </a:xfrm>
          <a:custGeom>
            <a:avLst/>
            <a:gdLst>
              <a:gd name="connsiteX0" fmla="*/ 244272 w 244271"/>
              <a:gd name="connsiteY0" fmla="*/ 0 h 40793"/>
              <a:gd name="connsiteX1" fmla="*/ 122136 w 244271"/>
              <a:gd name="connsiteY1" fmla="*/ 40793 h 40793"/>
              <a:gd name="connsiteX2" fmla="*/ 0 w 244271"/>
              <a:gd name="connsiteY2" fmla="*/ 0 h 40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1" h="40793">
                <a:moveTo>
                  <a:pt x="244272" y="0"/>
                </a:moveTo>
                <a:cubicBezTo>
                  <a:pt x="244272" y="22473"/>
                  <a:pt x="189555" y="40793"/>
                  <a:pt x="122136" y="40793"/>
                </a:cubicBezTo>
                <a:cubicBezTo>
                  <a:pt x="54717" y="40793"/>
                  <a:pt x="0" y="22473"/>
                  <a:pt x="0" y="0"/>
                </a:cubicBezTo>
              </a:path>
            </a:pathLst>
          </a:custGeom>
          <a:noFill/>
          <a:ln w="1220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440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40EC621-AAE0-9C08-7856-091E4F5FED3A}"/>
              </a:ext>
            </a:extLst>
          </p:cNvPr>
          <p:cNvCxnSpPr>
            <a:cxnSpLocks/>
          </p:cNvCxnSpPr>
          <p:nvPr/>
        </p:nvCxnSpPr>
        <p:spPr>
          <a:xfrm>
            <a:off x="7567124" y="3936276"/>
            <a:ext cx="201168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6285503-219D-0EE1-6C66-EAB81D44B499}"/>
              </a:ext>
            </a:extLst>
          </p:cNvPr>
          <p:cNvCxnSpPr>
            <a:cxnSpLocks/>
          </p:cNvCxnSpPr>
          <p:nvPr/>
        </p:nvCxnSpPr>
        <p:spPr>
          <a:xfrm>
            <a:off x="1569244" y="3952519"/>
            <a:ext cx="546873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4410674-F9A4-35D4-90E8-53551870990C}"/>
              </a:ext>
            </a:extLst>
          </p:cNvPr>
          <p:cNvSpPr/>
          <p:nvPr/>
        </p:nvSpPr>
        <p:spPr>
          <a:xfrm>
            <a:off x="4777676" y="3576016"/>
            <a:ext cx="1336114" cy="682368"/>
          </a:xfrm>
          <a:custGeom>
            <a:avLst/>
            <a:gdLst>
              <a:gd name="connsiteX0" fmla="*/ 659534 w 732815"/>
              <a:gd name="connsiteY0" fmla="*/ 0 h 488543"/>
              <a:gd name="connsiteX1" fmla="*/ 732815 w 732815"/>
              <a:gd name="connsiteY1" fmla="*/ 73282 h 488543"/>
              <a:gd name="connsiteX2" fmla="*/ 732815 w 732815"/>
              <a:gd name="connsiteY2" fmla="*/ 415262 h 488543"/>
              <a:gd name="connsiteX3" fmla="*/ 659534 w 732815"/>
              <a:gd name="connsiteY3" fmla="*/ 488543 h 488543"/>
              <a:gd name="connsiteX4" fmla="*/ 73282 w 732815"/>
              <a:gd name="connsiteY4" fmla="*/ 488543 h 488543"/>
              <a:gd name="connsiteX5" fmla="*/ 0 w 732815"/>
              <a:gd name="connsiteY5" fmla="*/ 415262 h 488543"/>
              <a:gd name="connsiteX6" fmla="*/ 0 w 732815"/>
              <a:gd name="connsiteY6" fmla="*/ 73282 h 488543"/>
              <a:gd name="connsiteX7" fmla="*/ 73282 w 732815"/>
              <a:gd name="connsiteY7" fmla="*/ 0 h 488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2815" h="488543">
                <a:moveTo>
                  <a:pt x="659534" y="0"/>
                </a:moveTo>
                <a:cubicBezTo>
                  <a:pt x="700006" y="0"/>
                  <a:pt x="732815" y="32809"/>
                  <a:pt x="732815" y="73282"/>
                </a:cubicBezTo>
                <a:lnTo>
                  <a:pt x="732815" y="415262"/>
                </a:lnTo>
                <a:cubicBezTo>
                  <a:pt x="732815" y="455734"/>
                  <a:pt x="700006" y="488543"/>
                  <a:pt x="659534" y="488543"/>
                </a:cubicBezTo>
                <a:lnTo>
                  <a:pt x="73282" y="488543"/>
                </a:lnTo>
                <a:cubicBezTo>
                  <a:pt x="32809" y="488543"/>
                  <a:pt x="0" y="455734"/>
                  <a:pt x="0" y="415262"/>
                </a:cubicBezTo>
                <a:lnTo>
                  <a:pt x="0" y="73282"/>
                </a:lnTo>
                <a:cubicBezTo>
                  <a:pt x="0" y="32809"/>
                  <a:pt x="32809" y="0"/>
                  <a:pt x="73282" y="0"/>
                </a:cubicBezTo>
                <a:close/>
              </a:path>
            </a:pathLst>
          </a:custGeom>
          <a:solidFill>
            <a:srgbClr val="FFFFFF"/>
          </a:solidFill>
          <a:ln w="12201" cap="flat">
            <a:solidFill>
              <a:srgbClr val="000000"/>
            </a:solidFill>
            <a:prstDash val="solid"/>
            <a:miter/>
          </a:ln>
        </p:spPr>
        <p:txBody>
          <a:bodyPr wrap="square" lIns="0" r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Scheduling and Binding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BA0DD16-74F4-66B3-2CB0-6C490A1FFD95}"/>
              </a:ext>
            </a:extLst>
          </p:cNvPr>
          <p:cNvSpPr/>
          <p:nvPr/>
        </p:nvSpPr>
        <p:spPr>
          <a:xfrm>
            <a:off x="3589095" y="3576016"/>
            <a:ext cx="982368" cy="682368"/>
          </a:xfrm>
          <a:custGeom>
            <a:avLst/>
            <a:gdLst>
              <a:gd name="connsiteX0" fmla="*/ 0 w 854950"/>
              <a:gd name="connsiteY0" fmla="*/ 0 h 366407"/>
              <a:gd name="connsiteX1" fmla="*/ 854951 w 854950"/>
              <a:gd name="connsiteY1" fmla="*/ 0 h 366407"/>
              <a:gd name="connsiteX2" fmla="*/ 854951 w 854950"/>
              <a:gd name="connsiteY2" fmla="*/ 366408 h 366407"/>
              <a:gd name="connsiteX3" fmla="*/ 0 w 854950"/>
              <a:gd name="connsiteY3" fmla="*/ 366408 h 366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4950" h="366407">
                <a:moveTo>
                  <a:pt x="0" y="0"/>
                </a:moveTo>
                <a:lnTo>
                  <a:pt x="854951" y="0"/>
                </a:lnTo>
                <a:lnTo>
                  <a:pt x="854951" y="366408"/>
                </a:lnTo>
                <a:lnTo>
                  <a:pt x="0" y="366408"/>
                </a:lnTo>
                <a:close/>
              </a:path>
            </a:pathLst>
          </a:custGeom>
          <a:solidFill>
            <a:schemeClr val="accent2"/>
          </a:solidFill>
          <a:ln w="12201" cap="flat">
            <a:solidFill>
              <a:srgbClr val="000000"/>
            </a:solidFill>
            <a:prstDash val="dash"/>
            <a:miter/>
          </a:ln>
        </p:spPr>
        <p:txBody>
          <a:bodyPr wrap="square" lIns="0" r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LLVM IR</a:t>
            </a:r>
          </a:p>
          <a:p>
            <a:pPr algn="ctr"/>
            <a:r>
              <a:rPr lang="en-US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Bitcode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D6E3176-8455-BC73-278A-2E119FF5618B}"/>
              </a:ext>
            </a:extLst>
          </p:cNvPr>
          <p:cNvSpPr/>
          <p:nvPr/>
        </p:nvSpPr>
        <p:spPr>
          <a:xfrm>
            <a:off x="2116117" y="3576016"/>
            <a:ext cx="1266765" cy="682368"/>
          </a:xfrm>
          <a:custGeom>
            <a:avLst/>
            <a:gdLst>
              <a:gd name="connsiteX0" fmla="*/ 659534 w 732815"/>
              <a:gd name="connsiteY0" fmla="*/ 0 h 488543"/>
              <a:gd name="connsiteX1" fmla="*/ 732815 w 732815"/>
              <a:gd name="connsiteY1" fmla="*/ 73282 h 488543"/>
              <a:gd name="connsiteX2" fmla="*/ 732815 w 732815"/>
              <a:gd name="connsiteY2" fmla="*/ 415262 h 488543"/>
              <a:gd name="connsiteX3" fmla="*/ 659534 w 732815"/>
              <a:gd name="connsiteY3" fmla="*/ 488543 h 488543"/>
              <a:gd name="connsiteX4" fmla="*/ 73282 w 732815"/>
              <a:gd name="connsiteY4" fmla="*/ 488543 h 488543"/>
              <a:gd name="connsiteX5" fmla="*/ 0 w 732815"/>
              <a:gd name="connsiteY5" fmla="*/ 415262 h 488543"/>
              <a:gd name="connsiteX6" fmla="*/ 0 w 732815"/>
              <a:gd name="connsiteY6" fmla="*/ 73282 h 488543"/>
              <a:gd name="connsiteX7" fmla="*/ 73282 w 732815"/>
              <a:gd name="connsiteY7" fmla="*/ 0 h 488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2815" h="488543">
                <a:moveTo>
                  <a:pt x="659534" y="0"/>
                </a:moveTo>
                <a:cubicBezTo>
                  <a:pt x="700006" y="0"/>
                  <a:pt x="732815" y="32809"/>
                  <a:pt x="732815" y="73282"/>
                </a:cubicBezTo>
                <a:lnTo>
                  <a:pt x="732815" y="415262"/>
                </a:lnTo>
                <a:cubicBezTo>
                  <a:pt x="732815" y="455734"/>
                  <a:pt x="700006" y="488543"/>
                  <a:pt x="659534" y="488543"/>
                </a:cubicBezTo>
                <a:lnTo>
                  <a:pt x="73282" y="488543"/>
                </a:lnTo>
                <a:cubicBezTo>
                  <a:pt x="32809" y="488543"/>
                  <a:pt x="0" y="455734"/>
                  <a:pt x="0" y="415262"/>
                </a:cubicBezTo>
                <a:lnTo>
                  <a:pt x="0" y="73282"/>
                </a:lnTo>
                <a:cubicBezTo>
                  <a:pt x="0" y="32809"/>
                  <a:pt x="32809" y="0"/>
                  <a:pt x="73282" y="0"/>
                </a:cubicBezTo>
                <a:close/>
              </a:path>
            </a:pathLst>
          </a:custGeom>
          <a:solidFill>
            <a:srgbClr val="FFFFFF"/>
          </a:solidFill>
          <a:ln w="12201" cap="flat">
            <a:solidFill>
              <a:srgbClr val="000000"/>
            </a:solidFill>
            <a:prstDash val="solid"/>
            <a:miter/>
          </a:ln>
        </p:spPr>
        <p:txBody>
          <a:bodyPr wrap="square" lIns="0" r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Front-end</a:t>
            </a:r>
          </a:p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Compilation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ED806F7-0FCC-EC54-FECD-83EC2C06BF7D}"/>
              </a:ext>
            </a:extLst>
          </p:cNvPr>
          <p:cNvCxnSpPr>
            <a:cxnSpLocks/>
          </p:cNvCxnSpPr>
          <p:nvPr/>
        </p:nvCxnSpPr>
        <p:spPr>
          <a:xfrm>
            <a:off x="6120803" y="3936276"/>
            <a:ext cx="199200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E09A678-8738-F225-12C1-A41593DD6C0D}"/>
              </a:ext>
            </a:extLst>
          </p:cNvPr>
          <p:cNvCxnSpPr>
            <a:cxnSpLocks/>
          </p:cNvCxnSpPr>
          <p:nvPr/>
        </p:nvCxnSpPr>
        <p:spPr>
          <a:xfrm>
            <a:off x="4576274" y="3936276"/>
            <a:ext cx="201168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63604CC-0A1F-836C-ECD7-6DF7BEA4BCC1}"/>
              </a:ext>
            </a:extLst>
          </p:cNvPr>
          <p:cNvCxnSpPr>
            <a:cxnSpLocks/>
          </p:cNvCxnSpPr>
          <p:nvPr/>
        </p:nvCxnSpPr>
        <p:spPr>
          <a:xfrm>
            <a:off x="3389895" y="3936276"/>
            <a:ext cx="199200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9597D75-D7D8-120C-61C0-AE877FFAD6FD}"/>
              </a:ext>
            </a:extLst>
          </p:cNvPr>
          <p:cNvCxnSpPr>
            <a:cxnSpLocks/>
          </p:cNvCxnSpPr>
          <p:nvPr/>
        </p:nvCxnSpPr>
        <p:spPr>
          <a:xfrm>
            <a:off x="6686775" y="4258384"/>
            <a:ext cx="0" cy="45546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6609A53-A4A3-C196-0DE4-B3F491F199AD}"/>
              </a:ext>
            </a:extLst>
          </p:cNvPr>
          <p:cNvSpPr/>
          <p:nvPr/>
        </p:nvSpPr>
        <p:spPr>
          <a:xfrm>
            <a:off x="4053840" y="4259580"/>
            <a:ext cx="1120140" cy="454265"/>
          </a:xfrm>
          <a:custGeom>
            <a:avLst/>
            <a:gdLst>
              <a:gd name="connsiteX0" fmla="*/ 0 w 1120140"/>
              <a:gd name="connsiteY0" fmla="*/ 0 h 655320"/>
              <a:gd name="connsiteX1" fmla="*/ 0 w 1120140"/>
              <a:gd name="connsiteY1" fmla="*/ 373380 h 655320"/>
              <a:gd name="connsiteX2" fmla="*/ 1120140 w 1120140"/>
              <a:gd name="connsiteY2" fmla="*/ 373380 h 655320"/>
              <a:gd name="connsiteX3" fmla="*/ 1120140 w 1120140"/>
              <a:gd name="connsiteY3" fmla="*/ 655320 h 655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140" h="655320">
                <a:moveTo>
                  <a:pt x="0" y="0"/>
                </a:moveTo>
                <a:lnTo>
                  <a:pt x="0" y="373380"/>
                </a:lnTo>
                <a:lnTo>
                  <a:pt x="1120140" y="373380"/>
                </a:lnTo>
                <a:lnTo>
                  <a:pt x="1120140" y="655320"/>
                </a:lnTo>
              </a:path>
            </a:pathLst>
          </a:cu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DE0A1E-C341-D617-EC5E-C7E321B4D345}"/>
              </a:ext>
            </a:extLst>
          </p:cNvPr>
          <p:cNvSpPr txBox="1"/>
          <p:nvPr/>
        </p:nvSpPr>
        <p:spPr>
          <a:xfrm>
            <a:off x="4777441" y="4713845"/>
            <a:ext cx="3147357" cy="113832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 lIns="274320">
            <a:noAutofit/>
          </a:bodyPr>
          <a:lstStyle/>
          <a:p>
            <a:pPr algn="ctr"/>
            <a:endParaRPr lang="en-US" sz="2800" b="1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2" name="Graphic 41" descr="Lightning bolt with solid fill">
            <a:extLst>
              <a:ext uri="{FF2B5EF4-FFF2-40B4-BE49-F238E27FC236}">
                <a16:creationId xmlns:a16="http://schemas.microsoft.com/office/drawing/2014/main" id="{4EEE3119-A4EF-380F-D486-3319FC9828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9565" y="4587972"/>
            <a:ext cx="548640" cy="54864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FE496EB-0E9B-CF5D-FBF5-63646DDC556E}"/>
              </a:ext>
            </a:extLst>
          </p:cNvPr>
          <p:cNvSpPr txBox="1"/>
          <p:nvPr/>
        </p:nvSpPr>
        <p:spPr>
          <a:xfrm>
            <a:off x="5471025" y="4675436"/>
            <a:ext cx="1930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LightningSim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3A9CF51-FBAD-D8CD-90C7-30B9A4268207}"/>
              </a:ext>
            </a:extLst>
          </p:cNvPr>
          <p:cNvSpPr/>
          <p:nvPr/>
        </p:nvSpPr>
        <p:spPr>
          <a:xfrm>
            <a:off x="5033192" y="5068228"/>
            <a:ext cx="1187211" cy="682368"/>
          </a:xfrm>
          <a:custGeom>
            <a:avLst/>
            <a:gdLst>
              <a:gd name="connsiteX0" fmla="*/ 659534 w 732815"/>
              <a:gd name="connsiteY0" fmla="*/ 0 h 488543"/>
              <a:gd name="connsiteX1" fmla="*/ 732815 w 732815"/>
              <a:gd name="connsiteY1" fmla="*/ 73282 h 488543"/>
              <a:gd name="connsiteX2" fmla="*/ 732815 w 732815"/>
              <a:gd name="connsiteY2" fmla="*/ 415262 h 488543"/>
              <a:gd name="connsiteX3" fmla="*/ 659534 w 732815"/>
              <a:gd name="connsiteY3" fmla="*/ 488543 h 488543"/>
              <a:gd name="connsiteX4" fmla="*/ 73282 w 732815"/>
              <a:gd name="connsiteY4" fmla="*/ 488543 h 488543"/>
              <a:gd name="connsiteX5" fmla="*/ 0 w 732815"/>
              <a:gd name="connsiteY5" fmla="*/ 415262 h 488543"/>
              <a:gd name="connsiteX6" fmla="*/ 0 w 732815"/>
              <a:gd name="connsiteY6" fmla="*/ 73282 h 488543"/>
              <a:gd name="connsiteX7" fmla="*/ 73282 w 732815"/>
              <a:gd name="connsiteY7" fmla="*/ 0 h 488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2815" h="488543">
                <a:moveTo>
                  <a:pt x="659534" y="0"/>
                </a:moveTo>
                <a:cubicBezTo>
                  <a:pt x="700006" y="0"/>
                  <a:pt x="732815" y="32809"/>
                  <a:pt x="732815" y="73282"/>
                </a:cubicBezTo>
                <a:lnTo>
                  <a:pt x="732815" y="415262"/>
                </a:lnTo>
                <a:cubicBezTo>
                  <a:pt x="732815" y="455734"/>
                  <a:pt x="700006" y="488543"/>
                  <a:pt x="659534" y="488543"/>
                </a:cubicBezTo>
                <a:lnTo>
                  <a:pt x="73282" y="488543"/>
                </a:lnTo>
                <a:cubicBezTo>
                  <a:pt x="32809" y="488543"/>
                  <a:pt x="0" y="455734"/>
                  <a:pt x="0" y="415262"/>
                </a:cubicBezTo>
                <a:lnTo>
                  <a:pt x="0" y="73282"/>
                </a:lnTo>
                <a:cubicBezTo>
                  <a:pt x="0" y="32809"/>
                  <a:pt x="32809" y="0"/>
                  <a:pt x="73282" y="0"/>
                </a:cubicBezTo>
                <a:close/>
              </a:path>
            </a:pathLst>
          </a:custGeom>
          <a:solidFill>
            <a:srgbClr val="FFFFFF"/>
          </a:solidFill>
          <a:ln w="12201" cap="flat">
            <a:solidFill>
              <a:srgbClr val="000000"/>
            </a:solidFill>
            <a:prstDash val="solid"/>
            <a:miter/>
          </a:ln>
        </p:spPr>
        <p:txBody>
          <a:bodyPr wrap="square" lIns="0" r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Trace generation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A5B2C86-7746-B418-507E-9745C77C50C1}"/>
              </a:ext>
            </a:extLst>
          </p:cNvPr>
          <p:cNvSpPr/>
          <p:nvPr/>
        </p:nvSpPr>
        <p:spPr>
          <a:xfrm>
            <a:off x="6431977" y="5064585"/>
            <a:ext cx="1187211" cy="682368"/>
          </a:xfrm>
          <a:custGeom>
            <a:avLst/>
            <a:gdLst>
              <a:gd name="connsiteX0" fmla="*/ 659534 w 732815"/>
              <a:gd name="connsiteY0" fmla="*/ 0 h 488543"/>
              <a:gd name="connsiteX1" fmla="*/ 732815 w 732815"/>
              <a:gd name="connsiteY1" fmla="*/ 73282 h 488543"/>
              <a:gd name="connsiteX2" fmla="*/ 732815 w 732815"/>
              <a:gd name="connsiteY2" fmla="*/ 415262 h 488543"/>
              <a:gd name="connsiteX3" fmla="*/ 659534 w 732815"/>
              <a:gd name="connsiteY3" fmla="*/ 488543 h 488543"/>
              <a:gd name="connsiteX4" fmla="*/ 73282 w 732815"/>
              <a:gd name="connsiteY4" fmla="*/ 488543 h 488543"/>
              <a:gd name="connsiteX5" fmla="*/ 0 w 732815"/>
              <a:gd name="connsiteY5" fmla="*/ 415262 h 488543"/>
              <a:gd name="connsiteX6" fmla="*/ 0 w 732815"/>
              <a:gd name="connsiteY6" fmla="*/ 73282 h 488543"/>
              <a:gd name="connsiteX7" fmla="*/ 73282 w 732815"/>
              <a:gd name="connsiteY7" fmla="*/ 0 h 488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2815" h="488543">
                <a:moveTo>
                  <a:pt x="659534" y="0"/>
                </a:moveTo>
                <a:cubicBezTo>
                  <a:pt x="700006" y="0"/>
                  <a:pt x="732815" y="32809"/>
                  <a:pt x="732815" y="73282"/>
                </a:cubicBezTo>
                <a:lnTo>
                  <a:pt x="732815" y="415262"/>
                </a:lnTo>
                <a:cubicBezTo>
                  <a:pt x="732815" y="455734"/>
                  <a:pt x="700006" y="488543"/>
                  <a:pt x="659534" y="488543"/>
                </a:cubicBezTo>
                <a:lnTo>
                  <a:pt x="73282" y="488543"/>
                </a:lnTo>
                <a:cubicBezTo>
                  <a:pt x="32809" y="488543"/>
                  <a:pt x="0" y="455734"/>
                  <a:pt x="0" y="415262"/>
                </a:cubicBezTo>
                <a:lnTo>
                  <a:pt x="0" y="73282"/>
                </a:lnTo>
                <a:cubicBezTo>
                  <a:pt x="0" y="32809"/>
                  <a:pt x="32809" y="0"/>
                  <a:pt x="73282" y="0"/>
                </a:cubicBezTo>
                <a:close/>
              </a:path>
            </a:pathLst>
          </a:custGeom>
          <a:solidFill>
            <a:srgbClr val="FFFFFF"/>
          </a:solidFill>
          <a:ln w="12201" cap="flat">
            <a:solidFill>
              <a:srgbClr val="000000"/>
            </a:solidFill>
            <a:prstDash val="solid"/>
            <a:miter/>
          </a:ln>
        </p:spPr>
        <p:txBody>
          <a:bodyPr wrap="square" lIns="0" rIns="0" rtlCol="0" anchor="ctr"/>
          <a:lstStyle/>
          <a:p>
            <a:pPr algn="ct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Trace analysis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886046C-F972-1A10-AA19-FF7180B64832}"/>
              </a:ext>
            </a:extLst>
          </p:cNvPr>
          <p:cNvSpPr/>
          <p:nvPr/>
        </p:nvSpPr>
        <p:spPr>
          <a:xfrm>
            <a:off x="4847968" y="5033884"/>
            <a:ext cx="365760" cy="3657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4E10878-DC65-F528-DE41-690ABEE97C32}"/>
              </a:ext>
            </a:extLst>
          </p:cNvPr>
          <p:cNvSpPr/>
          <p:nvPr/>
        </p:nvSpPr>
        <p:spPr>
          <a:xfrm>
            <a:off x="6340480" y="5033884"/>
            <a:ext cx="365760" cy="3657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3D4E138E-9B96-0548-378E-46DBE5563CC9}"/>
              </a:ext>
            </a:extLst>
          </p:cNvPr>
          <p:cNvSpPr/>
          <p:nvPr/>
        </p:nvSpPr>
        <p:spPr>
          <a:xfrm>
            <a:off x="1211580" y="2712720"/>
            <a:ext cx="9578340" cy="792480"/>
          </a:xfrm>
          <a:custGeom>
            <a:avLst/>
            <a:gdLst>
              <a:gd name="connsiteX0" fmla="*/ 9578340 w 9578340"/>
              <a:gd name="connsiteY0" fmla="*/ 762000 h 792480"/>
              <a:gd name="connsiteX1" fmla="*/ 9578340 w 9578340"/>
              <a:gd name="connsiteY1" fmla="*/ 0 h 792480"/>
              <a:gd name="connsiteX2" fmla="*/ 0 w 9578340"/>
              <a:gd name="connsiteY2" fmla="*/ 0 h 792480"/>
              <a:gd name="connsiteX3" fmla="*/ 0 w 9578340"/>
              <a:gd name="connsiteY3" fmla="*/ 792480 h 79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78340" h="792480">
                <a:moveTo>
                  <a:pt x="9578340" y="762000"/>
                </a:moveTo>
                <a:lnTo>
                  <a:pt x="9578340" y="0"/>
                </a:lnTo>
                <a:lnTo>
                  <a:pt x="0" y="0"/>
                </a:lnTo>
                <a:lnTo>
                  <a:pt x="0" y="792480"/>
                </a:lnTo>
              </a:path>
            </a:pathLst>
          </a:custGeom>
          <a:noFill/>
          <a:ln w="7620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A04145C-D8BC-899D-8912-AE04E83C1256}"/>
              </a:ext>
            </a:extLst>
          </p:cNvPr>
          <p:cNvSpPr txBox="1"/>
          <p:nvPr/>
        </p:nvSpPr>
        <p:spPr>
          <a:xfrm>
            <a:off x="2696308" y="2351266"/>
            <a:ext cx="7100021" cy="707886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000" b="1" spc="0" baseline="0" dirty="0">
                <a:ln/>
                <a:solidFill>
                  <a:srgbClr val="994C00"/>
                </a:solidFill>
                <a:latin typeface="Lato"/>
                <a:sym typeface="Lato"/>
                <a:rtl val="0"/>
              </a:rPr>
              <a:t>Vitis HLS flow: change HLS source code, re-run everything… </a:t>
            </a:r>
          </a:p>
          <a:p>
            <a:pPr algn="l"/>
            <a:r>
              <a:rPr lang="en-US" sz="2000" b="1" dirty="0">
                <a:ln/>
                <a:solidFill>
                  <a:srgbClr val="994C00"/>
                </a:solidFill>
                <a:latin typeface="Lato"/>
                <a:sym typeface="Lato"/>
                <a:rtl val="0"/>
              </a:rPr>
              <a:t>And do it again and again and again…</a:t>
            </a:r>
            <a:endParaRPr lang="en-US" sz="2000" b="1" spc="0" baseline="0" dirty="0">
              <a:ln/>
              <a:solidFill>
                <a:srgbClr val="994C00"/>
              </a:solidFill>
              <a:latin typeface="Lato"/>
              <a:sym typeface="Lato"/>
              <a:rtl val="0"/>
            </a:endParaRPr>
          </a:p>
        </p:txBody>
      </p:sp>
      <p:sp>
        <p:nvSpPr>
          <p:cNvPr id="58" name="Arrow: Curved Down 57">
            <a:extLst>
              <a:ext uri="{FF2B5EF4-FFF2-40B4-BE49-F238E27FC236}">
                <a16:creationId xmlns:a16="http://schemas.microsoft.com/office/drawing/2014/main" id="{55888A9C-9692-E723-0FA8-1C7A8FF9B8F3}"/>
              </a:ext>
            </a:extLst>
          </p:cNvPr>
          <p:cNvSpPr/>
          <p:nvPr/>
        </p:nvSpPr>
        <p:spPr>
          <a:xfrm rot="10800000">
            <a:off x="6664585" y="5781055"/>
            <a:ext cx="721994" cy="421852"/>
          </a:xfrm>
          <a:prstGeom prst="curvedDownArrow">
            <a:avLst>
              <a:gd name="adj1" fmla="val 24952"/>
              <a:gd name="adj2" fmla="val 64582"/>
              <a:gd name="adj3" fmla="val 41934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07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6" grpId="0" animBg="1"/>
      <p:bldP spid="57" grpId="0" animBg="1"/>
      <p:bldP spid="5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6DEB7A-1B0A-4C79-8E08-54FB29CBC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DBF4A2-9F38-4F53-9435-6C2A1C925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Streaming in HLS</a:t>
            </a:r>
          </a:p>
        </p:txBody>
      </p:sp>
      <p:sp>
        <p:nvSpPr>
          <p:cNvPr id="51" name="Content Placeholder 1">
            <a:extLst>
              <a:ext uri="{FF2B5EF4-FFF2-40B4-BE49-F238E27FC236}">
                <a16:creationId xmlns:a16="http://schemas.microsoft.com/office/drawing/2014/main" id="{97E64D8F-D3EF-4648-A912-49A8598AE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360425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CN" sz="3200" dirty="0"/>
              <a:t>Step 1: create </a:t>
            </a:r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</a:rPr>
              <a:t>FIFOs</a:t>
            </a:r>
            <a:r>
              <a:rPr lang="en-US" altLang="zh-CN" sz="3200" dirty="0"/>
              <a:t> using </a:t>
            </a:r>
            <a:r>
              <a:rPr lang="en-US" altLang="zh-CN" sz="3200" dirty="0" err="1">
                <a:solidFill>
                  <a:schemeClr val="accent5">
                    <a:lumMod val="75000"/>
                  </a:schemeClr>
                </a:solidFill>
              </a:rPr>
              <a:t>hls</a:t>
            </a:r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</a:rPr>
              <a:t>::stream&lt;type&gt;</a:t>
            </a:r>
            <a:r>
              <a:rPr lang="en-US" altLang="zh-CN" sz="3200" dirty="0"/>
              <a:t> </a:t>
            </a:r>
          </a:p>
          <a:p>
            <a:pPr lvl="1"/>
            <a:r>
              <a:rPr lang="en-US" sz="2800" dirty="0"/>
              <a:t>Specify a depth (how large the FIFO is)</a:t>
            </a:r>
          </a:p>
          <a:p>
            <a:pPr lvl="1"/>
            <a:endParaRPr lang="en-US" sz="2800" dirty="0"/>
          </a:p>
          <a:p>
            <a:r>
              <a:rPr lang="en-US" sz="3200" dirty="0"/>
              <a:t>Step 2: organize into two functions or loops</a:t>
            </a:r>
          </a:p>
          <a:p>
            <a:pPr lvl="1"/>
            <a:r>
              <a:rPr lang="en-US" sz="2800" dirty="0"/>
              <a:t>One writing to FIFO, one reading from FIFO</a:t>
            </a:r>
          </a:p>
          <a:p>
            <a:pPr lvl="1"/>
            <a:endParaRPr lang="en-US" sz="2800" dirty="0"/>
          </a:p>
          <a:p>
            <a:r>
              <a:rPr lang="en-US" sz="3200" dirty="0"/>
              <a:t>Step 3: apply 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dataflow pragma</a:t>
            </a:r>
          </a:p>
        </p:txBody>
      </p:sp>
    </p:spTree>
    <p:extLst>
      <p:ext uri="{BB962C8B-B14F-4D97-AF65-F5344CB8AC3E}">
        <p14:creationId xmlns:p14="http://schemas.microsoft.com/office/powerpoint/2010/main" val="1117870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611FFC-8AAD-40EF-8E36-48B0897C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399B26-5DDB-4ED4-9029-20C0846F2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Streaming in HLS – Example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42296F-71A9-4092-B02F-8C325DEC588F}"/>
              </a:ext>
            </a:extLst>
          </p:cNvPr>
          <p:cNvSpPr txBox="1"/>
          <p:nvPr/>
        </p:nvSpPr>
        <p:spPr>
          <a:xfrm>
            <a:off x="1018345" y="1008485"/>
            <a:ext cx="6232711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i="1" dirty="0"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effectLst/>
                <a:latin typeface="Consolas" panose="020B0609020204030204" pitchFamily="49" charset="0"/>
              </a:rPr>
              <a:t> test( FIX_TYPE* A, FIX_TYPE* sum ) {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#pragma HLS dataflow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hls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::stream&lt;FIX_TYPE&gt; buffer;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#pragma HLS STREAM variable=buffer depth=10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READ_A: for(</a:t>
            </a:r>
            <a:r>
              <a:rPr lang="en-US" b="0" i="1" dirty="0"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effectLst/>
                <a:latin typeface="Consolas" panose="020B0609020204030204" pitchFamily="49" charset="0"/>
              </a:rPr>
              <a:t> i = 0; i &lt; 100; i++) {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     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buffer.write</a:t>
            </a:r>
            <a:r>
              <a:rPr lang="en-US" b="0" dirty="0">
                <a:effectLst/>
                <a:latin typeface="Consolas" panose="020B0609020204030204" pitchFamily="49" charset="0"/>
              </a:rPr>
              <a:t>(A[i]);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COMPUTE_RES: for(</a:t>
            </a:r>
            <a:r>
              <a:rPr lang="en-US" b="0" i="1" dirty="0"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effectLst/>
                <a:latin typeface="Consolas" panose="020B0609020204030204" pitchFamily="49" charset="0"/>
              </a:rPr>
              <a:t> i = 0; i &lt; 100; i++) {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     FIX_TYPE d =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buffer.read</a:t>
            </a:r>
            <a:r>
              <a:rPr lang="en-US" b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     FIX_TYPE res = d * d + i;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     sum[i] = res;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Graphic 6" descr="Right pointing backhand index with solid fill">
            <a:extLst>
              <a:ext uri="{FF2B5EF4-FFF2-40B4-BE49-F238E27FC236}">
                <a16:creationId xmlns:a16="http://schemas.microsoft.com/office/drawing/2014/main" id="{7D9B4FB5-73F8-498D-83E9-1CA8D811B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269" y="2144095"/>
            <a:ext cx="731520" cy="731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4ADD0E-1802-41E2-99C6-D39DA440E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475" y="1008485"/>
            <a:ext cx="3211330" cy="5164553"/>
          </a:xfrm>
          <a:prstGeom prst="rect">
            <a:avLst/>
          </a:prstGeom>
        </p:spPr>
      </p:pic>
      <p:pic>
        <p:nvPicPr>
          <p:cNvPr id="5" name="Graphic 4" descr="Badge 1 with solid fill">
            <a:extLst>
              <a:ext uri="{FF2B5EF4-FFF2-40B4-BE49-F238E27FC236}">
                <a16:creationId xmlns:a16="http://schemas.microsoft.com/office/drawing/2014/main" id="{B5A25D02-4A53-41CC-A289-03E4E7B06B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8566" y="2763767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526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611FFC-8AAD-40EF-8E36-48B0897C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399B26-5DDB-4ED4-9029-20C0846F2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Streaming in HLS – Example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42296F-71A9-4092-B02F-8C325DEC588F}"/>
              </a:ext>
            </a:extLst>
          </p:cNvPr>
          <p:cNvSpPr txBox="1"/>
          <p:nvPr/>
        </p:nvSpPr>
        <p:spPr>
          <a:xfrm>
            <a:off x="1018345" y="1008485"/>
            <a:ext cx="6232711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i="1" dirty="0"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effectLst/>
                <a:latin typeface="Consolas" panose="020B0609020204030204" pitchFamily="49" charset="0"/>
              </a:rPr>
              <a:t> test( FIX_TYPE* A, FIX_TYPE* sum ) {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#pragma HLS dataflow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hls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::stream&lt;FIX_TYPE&gt; buffer;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#pragma HLS STREAM variable=buffer depth=10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READ_A: for(</a:t>
            </a:r>
            <a:r>
              <a:rPr lang="en-US" b="0" i="1" dirty="0"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effectLst/>
                <a:latin typeface="Consolas" panose="020B0609020204030204" pitchFamily="49" charset="0"/>
              </a:rPr>
              <a:t> i = 0; i &lt; 100; i++) {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     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buffer.write</a:t>
            </a:r>
            <a:r>
              <a:rPr lang="en-US" b="0" dirty="0">
                <a:effectLst/>
                <a:latin typeface="Consolas" panose="020B0609020204030204" pitchFamily="49" charset="0"/>
              </a:rPr>
              <a:t>(A[i]);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COMPUTE_RES: for(</a:t>
            </a:r>
            <a:r>
              <a:rPr lang="en-US" b="0" i="1" dirty="0"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effectLst/>
                <a:latin typeface="Consolas" panose="020B0609020204030204" pitchFamily="49" charset="0"/>
              </a:rPr>
              <a:t> i = 0; i &lt; 100; i++) {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     FIX_TYPE d =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buffer.read</a:t>
            </a:r>
            <a:r>
              <a:rPr lang="en-US" b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     FIX_TYPE res = d * d + i;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     sum[i] = res;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8" name="Graphic 7" descr="Right pointing backhand index with solid fill">
            <a:extLst>
              <a:ext uri="{FF2B5EF4-FFF2-40B4-BE49-F238E27FC236}">
                <a16:creationId xmlns:a16="http://schemas.microsoft.com/office/drawing/2014/main" id="{1425BA7B-B7AE-40B3-B624-9778DD094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3669" y="3366571"/>
            <a:ext cx="731520" cy="731520"/>
          </a:xfrm>
          <a:prstGeom prst="rect">
            <a:avLst/>
          </a:prstGeom>
        </p:spPr>
      </p:pic>
      <p:pic>
        <p:nvPicPr>
          <p:cNvPr id="9" name="Graphic 8" descr="Right pointing backhand index with solid fill">
            <a:extLst>
              <a:ext uri="{FF2B5EF4-FFF2-40B4-BE49-F238E27FC236}">
                <a16:creationId xmlns:a16="http://schemas.microsoft.com/office/drawing/2014/main" id="{5159E1FF-BDB2-4A1E-8400-86C27044A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3669" y="4438239"/>
            <a:ext cx="731520" cy="731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4ADD0E-1802-41E2-99C6-D39DA440E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475" y="1008485"/>
            <a:ext cx="3211330" cy="5164553"/>
          </a:xfrm>
          <a:prstGeom prst="rect">
            <a:avLst/>
          </a:prstGeom>
        </p:spPr>
      </p:pic>
      <p:pic>
        <p:nvPicPr>
          <p:cNvPr id="5" name="Graphic 4" descr="Badge with solid fill">
            <a:extLst>
              <a:ext uri="{FF2B5EF4-FFF2-40B4-BE49-F238E27FC236}">
                <a16:creationId xmlns:a16="http://schemas.microsoft.com/office/drawing/2014/main" id="{71CEA2DE-5E1F-4AEF-BB78-9EACC348B0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129" y="3504767"/>
            <a:ext cx="548640" cy="548640"/>
          </a:xfrm>
          <a:prstGeom prst="rect">
            <a:avLst/>
          </a:prstGeom>
        </p:spPr>
      </p:pic>
      <p:pic>
        <p:nvPicPr>
          <p:cNvPr id="16" name="Graphic 15" descr="Badge with solid fill">
            <a:extLst>
              <a:ext uri="{FF2B5EF4-FFF2-40B4-BE49-F238E27FC236}">
                <a16:creationId xmlns:a16="http://schemas.microsoft.com/office/drawing/2014/main" id="{0296892D-F03D-43C9-BFDE-2D821159E1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129" y="4530620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572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611FFC-8AAD-40EF-8E36-48B0897C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399B26-5DDB-4ED4-9029-20C0846F2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Streaming in HLS – Example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42296F-71A9-4092-B02F-8C325DEC588F}"/>
              </a:ext>
            </a:extLst>
          </p:cNvPr>
          <p:cNvSpPr txBox="1"/>
          <p:nvPr/>
        </p:nvSpPr>
        <p:spPr>
          <a:xfrm>
            <a:off x="1018345" y="1008485"/>
            <a:ext cx="6232711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i="1" dirty="0"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effectLst/>
                <a:latin typeface="Consolas" panose="020B0609020204030204" pitchFamily="49" charset="0"/>
              </a:rPr>
              <a:t> test( FIX_TYPE* A, FIX_TYPE* sum ) {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chemeClr val="accent4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#pragma HLS dataflow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hls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::stream&lt;FIX_TYPE&gt; buffer;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#pragma HLS STREAM variable=buffer depth=10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READ_A: for(</a:t>
            </a:r>
            <a:r>
              <a:rPr lang="en-US" b="0" i="1" dirty="0"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effectLst/>
                <a:latin typeface="Consolas" panose="020B0609020204030204" pitchFamily="49" charset="0"/>
              </a:rPr>
              <a:t> i = 0; i &lt; 100; i++) {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     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buffer.write</a:t>
            </a:r>
            <a:r>
              <a:rPr lang="en-US" b="0" dirty="0">
                <a:effectLst/>
                <a:latin typeface="Consolas" panose="020B0609020204030204" pitchFamily="49" charset="0"/>
              </a:rPr>
              <a:t>(A[i]);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COMPUTE_RES: for(</a:t>
            </a:r>
            <a:r>
              <a:rPr lang="en-US" b="0" i="1" dirty="0"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effectLst/>
                <a:latin typeface="Consolas" panose="020B0609020204030204" pitchFamily="49" charset="0"/>
              </a:rPr>
              <a:t> i = 0; i &lt; 100; i++) {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     FIX_TYPE d =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buffer.read</a:t>
            </a:r>
            <a:r>
              <a:rPr lang="en-US" b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     FIX_TYPE res = d * d + i;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       sum[i] = res;</a:t>
            </a:r>
          </a:p>
          <a:p>
            <a:br>
              <a:rPr lang="en-US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8" name="Graphic 7" descr="Right pointing backhand index with solid fill">
            <a:extLst>
              <a:ext uri="{FF2B5EF4-FFF2-40B4-BE49-F238E27FC236}">
                <a16:creationId xmlns:a16="http://schemas.microsoft.com/office/drawing/2014/main" id="{1425BA7B-B7AE-40B3-B624-9778DD094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3669" y="3366571"/>
            <a:ext cx="731520" cy="731520"/>
          </a:xfrm>
          <a:prstGeom prst="rect">
            <a:avLst/>
          </a:prstGeom>
        </p:spPr>
      </p:pic>
      <p:pic>
        <p:nvPicPr>
          <p:cNvPr id="9" name="Graphic 8" descr="Right pointing backhand index with solid fill">
            <a:extLst>
              <a:ext uri="{FF2B5EF4-FFF2-40B4-BE49-F238E27FC236}">
                <a16:creationId xmlns:a16="http://schemas.microsoft.com/office/drawing/2014/main" id="{5159E1FF-BDB2-4A1E-8400-86C27044A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3669" y="4438239"/>
            <a:ext cx="731520" cy="731520"/>
          </a:xfrm>
          <a:prstGeom prst="rect">
            <a:avLst/>
          </a:prstGeom>
        </p:spPr>
      </p:pic>
      <p:pic>
        <p:nvPicPr>
          <p:cNvPr id="10" name="Graphic 9" descr="Right pointing backhand index with solid fill">
            <a:extLst>
              <a:ext uri="{FF2B5EF4-FFF2-40B4-BE49-F238E27FC236}">
                <a16:creationId xmlns:a16="http://schemas.microsoft.com/office/drawing/2014/main" id="{6290CA21-71E1-415A-A118-ED931A173A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269" y="1441014"/>
            <a:ext cx="731520" cy="731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4ADD0E-1802-41E2-99C6-D39DA440E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475" y="1008485"/>
            <a:ext cx="3211330" cy="5164553"/>
          </a:xfrm>
          <a:prstGeom prst="rect">
            <a:avLst/>
          </a:prstGeom>
        </p:spPr>
      </p:pic>
      <p:pic>
        <p:nvPicPr>
          <p:cNvPr id="11" name="Graphic 10" descr="Badge 3 with solid fill">
            <a:extLst>
              <a:ext uri="{FF2B5EF4-FFF2-40B4-BE49-F238E27FC236}">
                <a16:creationId xmlns:a16="http://schemas.microsoft.com/office/drawing/2014/main" id="{30175B3C-8FDF-4554-B1FA-FEF34D47D1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3023" y="1008485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9085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80FEEC-E2E0-04D8-E3F7-1B8E9D8C6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The original DATAFLOW model lets you write sequential functions, and then requires the AMD Vitis HLS tool to identify dataflow processes (tasks) and make them parallel</a:t>
            </a:r>
          </a:p>
          <a:p>
            <a:endParaRPr lang="en-US" b="0" dirty="0"/>
          </a:p>
          <a:p>
            <a:r>
              <a:rPr lang="en-US" b="0" dirty="0"/>
              <a:t>Alternatively, the use of </a:t>
            </a:r>
            <a:r>
              <a:rPr lang="en-US" b="0" dirty="0" err="1">
                <a:solidFill>
                  <a:schemeClr val="accent5">
                    <a:lumMod val="75000"/>
                  </a:schemeClr>
                </a:solidFill>
              </a:rPr>
              <a:t>hls</a:t>
            </a:r>
            <a:r>
              <a:rPr lang="en-US" b="0" dirty="0">
                <a:solidFill>
                  <a:schemeClr val="accent5">
                    <a:lumMod val="75000"/>
                  </a:schemeClr>
                </a:solidFill>
              </a:rPr>
              <a:t>::task</a:t>
            </a:r>
            <a:r>
              <a:rPr lang="en-US" b="0" dirty="0"/>
              <a:t> requires you to explicitly instantiate tasks and channels, managing parallelization yourself in your algorithm design. </a:t>
            </a:r>
          </a:p>
          <a:p>
            <a:endParaRPr lang="en-US" b="0" dirty="0"/>
          </a:p>
          <a:p>
            <a:r>
              <a:rPr lang="en-US" b="0" dirty="0"/>
              <a:t>The purpose of </a:t>
            </a:r>
            <a:r>
              <a:rPr lang="en-US" b="0" dirty="0" err="1">
                <a:solidFill>
                  <a:schemeClr val="accent5">
                    <a:lumMod val="75000"/>
                  </a:schemeClr>
                </a:solidFill>
              </a:rPr>
              <a:t>hls</a:t>
            </a:r>
            <a:r>
              <a:rPr lang="en-US" b="0" dirty="0">
                <a:solidFill>
                  <a:schemeClr val="accent5">
                    <a:lumMod val="75000"/>
                  </a:schemeClr>
                </a:solidFill>
              </a:rPr>
              <a:t>::task </a:t>
            </a:r>
            <a:r>
              <a:rPr lang="en-US" b="0" dirty="0"/>
              <a:t>is to define a programming model that supports parallel tasks using </a:t>
            </a:r>
            <a:r>
              <a:rPr lang="en-US" b="0" dirty="0">
                <a:solidFill>
                  <a:schemeClr val="accent5">
                    <a:lumMod val="75000"/>
                  </a:schemeClr>
                </a:solidFill>
              </a:rPr>
              <a:t>only streaming </a:t>
            </a:r>
            <a:r>
              <a:rPr lang="en-US" b="0" dirty="0"/>
              <a:t>data channels</a:t>
            </a:r>
          </a:p>
          <a:p>
            <a:endParaRPr lang="en-US" b="0" dirty="0"/>
          </a:p>
          <a:p>
            <a:r>
              <a:rPr lang="en-US" b="0" dirty="0">
                <a:solidFill>
                  <a:schemeClr val="accent5">
                    <a:lumMod val="75000"/>
                  </a:schemeClr>
                </a:solidFill>
              </a:rPr>
              <a:t>Long story short: </a:t>
            </a:r>
            <a:r>
              <a:rPr lang="en-US" b="0" dirty="0" err="1">
                <a:solidFill>
                  <a:schemeClr val="accent5">
                    <a:lumMod val="75000"/>
                  </a:schemeClr>
                </a:solidFill>
              </a:rPr>
              <a:t>hls</a:t>
            </a:r>
            <a:r>
              <a:rPr lang="en-US" b="0" dirty="0">
                <a:solidFill>
                  <a:schemeClr val="accent5">
                    <a:lumMod val="75000"/>
                  </a:schemeClr>
                </a:solidFill>
              </a:rPr>
              <a:t>::task is more flexible and you have better control, but needs more expertise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FE9B23-5061-1902-9461-A59B42CF7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3AFB30-12FF-35BD-E054-A282D7E9A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HLS Task: An Alternative Way</a:t>
            </a:r>
          </a:p>
        </p:txBody>
      </p:sp>
    </p:spTree>
    <p:extLst>
      <p:ext uri="{BB962C8B-B14F-4D97-AF65-F5344CB8AC3E}">
        <p14:creationId xmlns:p14="http://schemas.microsoft.com/office/powerpoint/2010/main" val="10197022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82F550-8F8B-6CB5-32B4-746A79669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7B364C-9B67-47DB-B2D6-954447922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HLS Task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5D49C6-94D8-E399-3069-4A8715D8295A}"/>
              </a:ext>
            </a:extLst>
          </p:cNvPr>
          <p:cNvSpPr txBox="1"/>
          <p:nvPr/>
        </p:nvSpPr>
        <p:spPr>
          <a:xfrm>
            <a:off x="354061" y="1166842"/>
            <a:ext cx="1082230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odds_and_evens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hls</a:t>
            </a:r>
            <a:r>
              <a:rPr lang="en-US" dirty="0">
                <a:latin typeface="Consolas" panose="020B0609020204030204" pitchFamily="49" charset="0"/>
              </a:rPr>
              <a:t>::stream&lt;int&gt;&amp; in, 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     </a:t>
            </a:r>
            <a:r>
              <a:rPr lang="en-US" dirty="0" err="1">
                <a:latin typeface="Consolas" panose="020B0609020204030204" pitchFamily="49" charset="0"/>
              </a:rPr>
              <a:t>hls</a:t>
            </a:r>
            <a:r>
              <a:rPr lang="en-US" dirty="0">
                <a:latin typeface="Consolas" panose="020B0609020204030204" pitchFamily="49" charset="0"/>
              </a:rPr>
              <a:t>::stream&lt;int&gt;&amp; out1,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     </a:t>
            </a:r>
            <a:r>
              <a:rPr lang="en-US" dirty="0" err="1">
                <a:latin typeface="Consolas" panose="020B0609020204030204" pitchFamily="49" charset="0"/>
              </a:rPr>
              <a:t>hls</a:t>
            </a:r>
            <a:r>
              <a:rPr lang="en-US" dirty="0">
                <a:latin typeface="Consolas" panose="020B0609020204030204" pitchFamily="49" charset="0"/>
              </a:rPr>
              <a:t>::stream&lt;int&gt;&amp; out2) 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hls_thread_local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hls</a:t>
            </a:r>
            <a:r>
              <a:rPr lang="en-US" dirty="0">
                <a:latin typeface="Consolas" panose="020B0609020204030204" pitchFamily="49" charset="0"/>
              </a:rPr>
              <a:t>::stream&lt;int, N / 2&gt; s1;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channel connecting t1 and t2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hls_thread_local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hls</a:t>
            </a:r>
            <a:r>
              <a:rPr lang="en-US" dirty="0">
                <a:latin typeface="Consolas" panose="020B0609020204030204" pitchFamily="49" charset="0"/>
              </a:rPr>
              <a:t>::stream&lt;int, N / 2&gt; s2;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channel connecting t1 and t3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t1 infinitely runs func1, with input in and outputs s1 and s2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hls_thread_local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hls</a:t>
            </a:r>
            <a:r>
              <a:rPr lang="en-US" dirty="0">
                <a:latin typeface="Consolas" panose="020B0609020204030204" pitchFamily="49" charset="0"/>
              </a:rPr>
              <a:t>::task t1(splitter, in, s1, s2);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t2 infinitely runs func2, with input s1 and output out1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hls_thread_local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hls</a:t>
            </a:r>
            <a:r>
              <a:rPr lang="en-US" dirty="0">
                <a:latin typeface="Consolas" panose="020B0609020204030204" pitchFamily="49" charset="0"/>
              </a:rPr>
              <a:t>::task t2(odds, s1, out1);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t3 infinitely runs func3, with input s2 and output out2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hls_thread_local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hls</a:t>
            </a:r>
            <a:r>
              <a:rPr lang="en-US" dirty="0">
                <a:latin typeface="Consolas" panose="020B0609020204030204" pitchFamily="49" charset="0"/>
              </a:rPr>
              <a:t>::task t3(evens, s2, out2);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2ACC0-AA56-FD69-23EF-FE1689AAD2A3}"/>
              </a:ext>
            </a:extLst>
          </p:cNvPr>
          <p:cNvSpPr/>
          <p:nvPr/>
        </p:nvSpPr>
        <p:spPr>
          <a:xfrm>
            <a:off x="9518969" y="3828761"/>
            <a:ext cx="1645920" cy="365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anchor="ctr" anchorCtr="1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splitter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59532E-C884-833E-25BD-55410BC4EA1C}"/>
              </a:ext>
            </a:extLst>
          </p:cNvPr>
          <p:cNvSpPr/>
          <p:nvPr/>
        </p:nvSpPr>
        <p:spPr>
          <a:xfrm>
            <a:off x="9029384" y="5011405"/>
            <a:ext cx="118872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odds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09FD5A-3A3E-244A-589C-42DEDEFCF4CD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0341929" y="3488654"/>
            <a:ext cx="0" cy="3401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E96D341-B2A8-FC9A-8446-AFFE27D21043}"/>
              </a:ext>
            </a:extLst>
          </p:cNvPr>
          <p:cNvSpPr/>
          <p:nvPr/>
        </p:nvSpPr>
        <p:spPr>
          <a:xfrm>
            <a:off x="10570529" y="5011405"/>
            <a:ext cx="118872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evens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4EE052-8F42-4BA0-6FC6-222F4F21D61B}"/>
              </a:ext>
            </a:extLst>
          </p:cNvPr>
          <p:cNvSpPr/>
          <p:nvPr/>
        </p:nvSpPr>
        <p:spPr>
          <a:xfrm>
            <a:off x="9747569" y="3132143"/>
            <a:ext cx="1188720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in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B03CA6BB-08B2-7F96-DA2A-5054F518A72D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5400000">
            <a:off x="9574395" y="4243871"/>
            <a:ext cx="816884" cy="71818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3421BC3A-FAB9-CE5F-F620-19FF58CAE77B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16200000" flipH="1">
            <a:off x="10344967" y="4191483"/>
            <a:ext cx="816884" cy="82296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787414-C2CE-239C-6AEE-7E49BA4BA58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9623744" y="5380737"/>
            <a:ext cx="0" cy="4168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A9CB42A-18CB-1935-4BC6-AC33EC4B8266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11164889" y="5380737"/>
            <a:ext cx="0" cy="4289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819B73E-CA44-A5E9-BA94-1A89CBFA3D0C}"/>
              </a:ext>
            </a:extLst>
          </p:cNvPr>
          <p:cNvSpPr/>
          <p:nvPr/>
        </p:nvSpPr>
        <p:spPr>
          <a:xfrm>
            <a:off x="9029384" y="5751175"/>
            <a:ext cx="1188720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out1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2D3F2B-0071-C46E-1E2E-EEB8B94BDF35}"/>
              </a:ext>
            </a:extLst>
          </p:cNvPr>
          <p:cNvSpPr/>
          <p:nvPr/>
        </p:nvSpPr>
        <p:spPr>
          <a:xfrm>
            <a:off x="10592706" y="5755681"/>
            <a:ext cx="1188720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out2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4211C5-AA20-C5C3-9FCF-2C6DF6DB6E16}"/>
              </a:ext>
            </a:extLst>
          </p:cNvPr>
          <p:cNvSpPr/>
          <p:nvPr/>
        </p:nvSpPr>
        <p:spPr>
          <a:xfrm>
            <a:off x="9018685" y="4528482"/>
            <a:ext cx="805862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s1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B2EA90-2868-5355-818C-272341A4617C}"/>
              </a:ext>
            </a:extLst>
          </p:cNvPr>
          <p:cNvSpPr/>
          <p:nvPr/>
        </p:nvSpPr>
        <p:spPr>
          <a:xfrm>
            <a:off x="10975564" y="4528482"/>
            <a:ext cx="805862" cy="36933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s2</a:t>
            </a:r>
          </a:p>
        </p:txBody>
      </p:sp>
    </p:spTree>
    <p:extLst>
      <p:ext uri="{BB962C8B-B14F-4D97-AF65-F5344CB8AC3E}">
        <p14:creationId xmlns:p14="http://schemas.microsoft.com/office/powerpoint/2010/main" val="22454390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5C037B-5B52-015F-F2EE-A8F562494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Achieving </a:t>
            </a:r>
            <a:r>
              <a:rPr lang="en-US" dirty="0">
                <a:solidFill>
                  <a:schemeClr val="accent1"/>
                </a:solidFill>
              </a:rPr>
              <a:t>task level parallelism </a:t>
            </a:r>
            <a:r>
              <a:rPr lang="en-US" dirty="0"/>
              <a:t>can greatly improve hardware performance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latency</a:t>
            </a:r>
            <a:r>
              <a:rPr lang="en-US" dirty="0"/>
              <a:t>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throughput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/>
              <a:t>Using streaming (</a:t>
            </a:r>
            <a:r>
              <a:rPr lang="en-US" dirty="0">
                <a:solidFill>
                  <a:schemeClr val="accent1"/>
                </a:solidFill>
              </a:rPr>
              <a:t>FIFO</a:t>
            </a:r>
            <a:r>
              <a:rPr lang="en-US" dirty="0"/>
              <a:t>) and dataflow reduces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resource utilization </a:t>
            </a:r>
            <a:r>
              <a:rPr lang="en-US" dirty="0"/>
              <a:t>(compared with double buffer)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LightningSim</a:t>
            </a:r>
            <a:r>
              <a:rPr lang="en-US" dirty="0"/>
              <a:t> helps you very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quickly</a:t>
            </a:r>
            <a:r>
              <a:rPr lang="en-US" dirty="0"/>
              <a:t> simulate the impact of FIFO depths!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3FD0C2-C5FA-3CCB-477A-DDC71DCF6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F6B967-7BDA-ECBA-25FB-02F2CC33F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311511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Tech_PPTtemplate_2021_wide" id="{E85096BA-033B-D848-B268-A76C8AE5D2A4}" vid="{1C4A0A5B-2267-F04A-B00C-3FCDF7CFA02E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33956</TotalTime>
  <Words>2874</Words>
  <Application>Microsoft Office PowerPoint</Application>
  <PresentationFormat>Widescreen</PresentationFormat>
  <Paragraphs>557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Aptos</vt:lpstr>
      <vt:lpstr>Arial</vt:lpstr>
      <vt:lpstr>Calibri</vt:lpstr>
      <vt:lpstr>Consolas</vt:lpstr>
      <vt:lpstr>Corbel</vt:lpstr>
      <vt:lpstr>Courier New</vt:lpstr>
      <vt:lpstr>Lato</vt:lpstr>
      <vt:lpstr>Roboto</vt:lpstr>
      <vt:lpstr>Office Theme</vt:lpstr>
      <vt:lpstr>Custom Design</vt:lpstr>
      <vt:lpstr>1_Office Theme</vt:lpstr>
      <vt:lpstr>Task Level Parallelism (TLP) Dataflow and hls::task</vt:lpstr>
      <vt:lpstr>Hardware Design with HLS</vt:lpstr>
      <vt:lpstr>Materials</vt:lpstr>
      <vt:lpstr>Consider this example</vt:lpstr>
      <vt:lpstr>Zero Optimization</vt:lpstr>
      <vt:lpstr>What We Want</vt:lpstr>
      <vt:lpstr>First Optimization – Dataflow within SubM</vt:lpstr>
      <vt:lpstr>First Optimization – Dataflow within SubM</vt:lpstr>
      <vt:lpstr>First Optimization – Dataflow within SubM</vt:lpstr>
      <vt:lpstr>Second Optimization – Dataflow of TopM</vt:lpstr>
      <vt:lpstr>Canonical Form</vt:lpstr>
      <vt:lpstr>Canonical Form</vt:lpstr>
      <vt:lpstr>Canonical Form</vt:lpstr>
      <vt:lpstr>Canonical Form</vt:lpstr>
      <vt:lpstr>Canonical Form</vt:lpstr>
      <vt:lpstr>Dataflow within SubM</vt:lpstr>
      <vt:lpstr>Dataflow within SubM</vt:lpstr>
      <vt:lpstr>Dataflow within SubM</vt:lpstr>
      <vt:lpstr>Third Optimization – Revised Dataflow</vt:lpstr>
      <vt:lpstr>Third Optimization – Revised Dataflow</vt:lpstr>
      <vt:lpstr>Drawbacks</vt:lpstr>
      <vt:lpstr>Fourth Optimization – Use FIFOs (streaming)</vt:lpstr>
      <vt:lpstr>Fourth Optimization – Use FIFOs (streaming)</vt:lpstr>
      <vt:lpstr>Fourth Optimization – Use FIFOs (streaming)</vt:lpstr>
      <vt:lpstr>Fourth Optimization – Use FIFOs (streaming)</vt:lpstr>
      <vt:lpstr>Where do Deadlocks Come From?</vt:lpstr>
      <vt:lpstr>Another example of deadlock</vt:lpstr>
      <vt:lpstr>LightningSim + FIFOAdvisor</vt:lpstr>
      <vt:lpstr>LightningSim + FIFOAdvisor</vt:lpstr>
      <vt:lpstr>Data Streaming in HLS</vt:lpstr>
      <vt:lpstr>Data Streaming in HLS – Example </vt:lpstr>
      <vt:lpstr>Data Streaming in HLS – Example </vt:lpstr>
      <vt:lpstr>Data Streaming in HLS – Example </vt:lpstr>
      <vt:lpstr>HLS Task: An Alternative Way</vt:lpstr>
      <vt:lpstr>HLS Task Example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Hao, Callie</cp:lastModifiedBy>
  <cp:revision>3698</cp:revision>
  <dcterms:created xsi:type="dcterms:W3CDTF">2014-06-12T21:03:18Z</dcterms:created>
  <dcterms:modified xsi:type="dcterms:W3CDTF">2026-02-12T13:00:11Z</dcterms:modified>
</cp:coreProperties>
</file>